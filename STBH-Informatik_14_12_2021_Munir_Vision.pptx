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0" r:id="rId4"/>
    <p:sldId id="261" r:id="rId5"/>
    <p:sldId id="259" r:id="rId6"/>
    <p:sldId id="262" r:id="rId7"/>
    <p:sldId id="264" r:id="rId8"/>
    <p:sldId id="263" r:id="rId9"/>
    <p:sldId id="265" r:id="rId10"/>
    <p:sldId id="266" r:id="rId11"/>
    <p:sldId id="267" r:id="rId12"/>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65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982"/>
    <p:restoredTop sz="94719"/>
  </p:normalViewPr>
  <p:slideViewPr>
    <p:cSldViewPr snapToGrid="0" snapToObjects="1">
      <p:cViewPr>
        <p:scale>
          <a:sx n="114" d="100"/>
          <a:sy n="114" d="100"/>
        </p:scale>
        <p:origin x="-658" y="-1560"/>
      </p:cViewPr>
      <p:guideLst>
        <p:guide orient="horz" pos="2160"/>
        <p:guide pos="365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E11 Mardinli Munir" userId="39d96dbc-3bbb-4947-9052-a456bd38dc38" providerId="ADAL" clId="{FB916875-B9B8-4149-AEF7-BD70CE4C588A}"/>
    <pc:docChg chg="modSld">
      <pc:chgData name="GOE11 Mardinli Munir" userId="39d96dbc-3bbb-4947-9052-a456bd38dc38" providerId="ADAL" clId="{FB916875-B9B8-4149-AEF7-BD70CE4C588A}" dt="2021-12-19T21:32:44.302" v="179" actId="20577"/>
      <pc:docMkLst>
        <pc:docMk/>
      </pc:docMkLst>
      <pc:sldChg chg="modSp">
        <pc:chgData name="GOE11 Mardinli Munir" userId="39d96dbc-3bbb-4947-9052-a456bd38dc38" providerId="ADAL" clId="{FB916875-B9B8-4149-AEF7-BD70CE4C588A}" dt="2021-12-19T21:32:26.136" v="133" actId="20577"/>
        <pc:sldMkLst>
          <pc:docMk/>
          <pc:sldMk cId="1076064857" sldId="259"/>
        </pc:sldMkLst>
        <pc:spChg chg="mod">
          <ac:chgData name="GOE11 Mardinli Munir" userId="39d96dbc-3bbb-4947-9052-a456bd38dc38" providerId="ADAL" clId="{FB916875-B9B8-4149-AEF7-BD70CE4C588A}" dt="2021-12-19T21:32:26.136" v="133" actId="20577"/>
          <ac:spMkLst>
            <pc:docMk/>
            <pc:sldMk cId="1076064857" sldId="259"/>
            <ac:spMk id="3" creationId="{BB285826-D630-F044-BD4F-161333CFB2D5}"/>
          </ac:spMkLst>
        </pc:spChg>
      </pc:sldChg>
      <pc:sldChg chg="modSp">
        <pc:chgData name="GOE11 Mardinli Munir" userId="39d96dbc-3bbb-4947-9052-a456bd38dc38" providerId="ADAL" clId="{FB916875-B9B8-4149-AEF7-BD70CE4C588A}" dt="2021-12-19T21:28:51.404" v="75" actId="20577"/>
        <pc:sldMkLst>
          <pc:docMk/>
          <pc:sldMk cId="474333360" sldId="260"/>
        </pc:sldMkLst>
        <pc:spChg chg="mod">
          <ac:chgData name="GOE11 Mardinli Munir" userId="39d96dbc-3bbb-4947-9052-a456bd38dc38" providerId="ADAL" clId="{FB916875-B9B8-4149-AEF7-BD70CE4C588A}" dt="2021-12-19T21:28:51.404" v="75" actId="20577"/>
          <ac:spMkLst>
            <pc:docMk/>
            <pc:sldMk cId="474333360" sldId="260"/>
            <ac:spMk id="4" creationId="{77648195-6477-4442-8475-46CE0CE7E08F}"/>
          </ac:spMkLst>
        </pc:spChg>
      </pc:sldChg>
      <pc:sldChg chg="modSp">
        <pc:chgData name="GOE11 Mardinli Munir" userId="39d96dbc-3bbb-4947-9052-a456bd38dc38" providerId="ADAL" clId="{FB916875-B9B8-4149-AEF7-BD70CE4C588A}" dt="2021-12-19T21:32:44.302" v="179" actId="20577"/>
        <pc:sldMkLst>
          <pc:docMk/>
          <pc:sldMk cId="123250057" sldId="261"/>
        </pc:sldMkLst>
        <pc:spChg chg="mod">
          <ac:chgData name="GOE11 Mardinli Munir" userId="39d96dbc-3bbb-4947-9052-a456bd38dc38" providerId="ADAL" clId="{FB916875-B9B8-4149-AEF7-BD70CE4C588A}" dt="2021-12-19T21:32:44.302" v="179" actId="20577"/>
          <ac:spMkLst>
            <pc:docMk/>
            <pc:sldMk cId="123250057" sldId="261"/>
            <ac:spMk id="12" creationId="{9108F9DF-D9E3-7C4E-85F1-81DB6D4D4FF3}"/>
          </ac:spMkLst>
        </pc:spChg>
      </pc:sldChg>
      <pc:sldChg chg="addAnim">
        <pc:chgData name="GOE11 Mardinli Munir" userId="39d96dbc-3bbb-4947-9052-a456bd38dc38" providerId="ADAL" clId="{FB916875-B9B8-4149-AEF7-BD70CE4C588A}" dt="2021-12-19T21:30:36.666" v="96" actId="27696"/>
        <pc:sldMkLst>
          <pc:docMk/>
          <pc:sldMk cId="2229960356" sldId="265"/>
        </pc:sldMkLst>
      </pc:sldChg>
      <pc:sldChg chg="modSp addAnim">
        <pc:chgData name="GOE11 Mardinli Munir" userId="39d96dbc-3bbb-4947-9052-a456bd38dc38" providerId="ADAL" clId="{FB916875-B9B8-4149-AEF7-BD70CE4C588A}" dt="2021-12-19T21:30:24.650" v="95" actId="27696"/>
        <pc:sldMkLst>
          <pc:docMk/>
          <pc:sldMk cId="2649711435" sldId="266"/>
        </pc:sldMkLst>
        <pc:spChg chg="mod">
          <ac:chgData name="GOE11 Mardinli Munir" userId="39d96dbc-3bbb-4947-9052-a456bd38dc38" providerId="ADAL" clId="{FB916875-B9B8-4149-AEF7-BD70CE4C588A}" dt="2021-12-19T21:30:03.014" v="94" actId="20577"/>
          <ac:spMkLst>
            <pc:docMk/>
            <pc:sldMk cId="2649711435" sldId="266"/>
            <ac:spMk id="5" creationId="{B7C203D9-B4F2-8440-8A48-4B5D1D2672E9}"/>
          </ac:spMkLst>
        </pc:spChg>
      </pc:sldChg>
    </pc:docChg>
  </pc:docChgLst>
  <pc:docChgLst>
    <pc:chgData name="GOE11 Mardinli Munir" userId="39d96dbc-3bbb-4947-9052-a456bd38dc38" providerId="ADAL" clId="{0E09A0BC-DCD0-1549-8A9B-3643016F8582}"/>
    <pc:docChg chg="undo custSel addSld delSld modSld sldOrd modMainMaster">
      <pc:chgData name="GOE11 Mardinli Munir" userId="39d96dbc-3bbb-4947-9052-a456bd38dc38" providerId="ADAL" clId="{0E09A0BC-DCD0-1549-8A9B-3643016F8582}" dt="2021-12-19T10:00:34.790" v="2332" actId="20577"/>
      <pc:docMkLst>
        <pc:docMk/>
      </pc:docMkLst>
      <pc:sldChg chg="modSp modAnim">
        <pc:chgData name="GOE11 Mardinli Munir" userId="39d96dbc-3bbb-4947-9052-a456bd38dc38" providerId="ADAL" clId="{0E09A0BC-DCD0-1549-8A9B-3643016F8582}" dt="2021-12-18T16:21:28.220" v="1972" actId="20577"/>
        <pc:sldMkLst>
          <pc:docMk/>
          <pc:sldMk cId="79675340" sldId="256"/>
        </pc:sldMkLst>
        <pc:spChg chg="mod">
          <ac:chgData name="GOE11 Mardinli Munir" userId="39d96dbc-3bbb-4947-9052-a456bd38dc38" providerId="ADAL" clId="{0E09A0BC-DCD0-1549-8A9B-3643016F8582}" dt="2021-12-18T14:47:13.678" v="793" actId="207"/>
          <ac:spMkLst>
            <pc:docMk/>
            <pc:sldMk cId="79675340" sldId="256"/>
            <ac:spMk id="2" creationId="{771660CB-33AB-C645-8119-9DA8459825E0}"/>
          </ac:spMkLst>
        </pc:spChg>
        <pc:spChg chg="mod">
          <ac:chgData name="GOE11 Mardinli Munir" userId="39d96dbc-3bbb-4947-9052-a456bd38dc38" providerId="ADAL" clId="{0E09A0BC-DCD0-1549-8A9B-3643016F8582}" dt="2021-12-18T16:21:28.220" v="1972" actId="20577"/>
          <ac:spMkLst>
            <pc:docMk/>
            <pc:sldMk cId="79675340" sldId="256"/>
            <ac:spMk id="3" creationId="{02EEC945-020A-4644-BE08-6D1B3314215F}"/>
          </ac:spMkLst>
        </pc:spChg>
      </pc:sldChg>
      <pc:sldChg chg="addSp delSp modSp new mod delAnim modAnim">
        <pc:chgData name="GOE11 Mardinli Munir" userId="39d96dbc-3bbb-4947-9052-a456bd38dc38" providerId="ADAL" clId="{0E09A0BC-DCD0-1549-8A9B-3643016F8582}" dt="2021-12-18T14:53:37.215" v="832" actId="478"/>
        <pc:sldMkLst>
          <pc:docMk/>
          <pc:sldMk cId="1461992401" sldId="257"/>
        </pc:sldMkLst>
        <pc:spChg chg="mod">
          <ac:chgData name="GOE11 Mardinli Munir" userId="39d96dbc-3bbb-4947-9052-a456bd38dc38" providerId="ADAL" clId="{0E09A0BC-DCD0-1549-8A9B-3643016F8582}" dt="2021-12-18T14:47:10.307" v="792" actId="207"/>
          <ac:spMkLst>
            <pc:docMk/>
            <pc:sldMk cId="1461992401" sldId="257"/>
            <ac:spMk id="2" creationId="{E90B1938-4CE2-EF43-8A57-7C30D1EC3D83}"/>
          </ac:spMkLst>
        </pc:spChg>
        <pc:spChg chg="del">
          <ac:chgData name="GOE11 Mardinli Munir" userId="39d96dbc-3bbb-4947-9052-a456bd38dc38" providerId="ADAL" clId="{0E09A0BC-DCD0-1549-8A9B-3643016F8582}" dt="2021-12-18T13:50:54.342" v="85" actId="478"/>
          <ac:spMkLst>
            <pc:docMk/>
            <pc:sldMk cId="1461992401" sldId="257"/>
            <ac:spMk id="3" creationId="{1C7DC258-2419-4944-AC21-EB1764D505DF}"/>
          </ac:spMkLst>
        </pc:spChg>
        <pc:spChg chg="del mod">
          <ac:chgData name="GOE11 Mardinli Munir" userId="39d96dbc-3bbb-4947-9052-a456bd38dc38" providerId="ADAL" clId="{0E09A0BC-DCD0-1549-8A9B-3643016F8582}" dt="2021-12-18T13:47:02.335" v="3" actId="931"/>
          <ac:spMkLst>
            <pc:docMk/>
            <pc:sldMk cId="1461992401" sldId="257"/>
            <ac:spMk id="4" creationId="{EAAEFA8D-8723-FF47-9F78-F4A7C12561BD}"/>
          </ac:spMkLst>
        </pc:spChg>
        <pc:spChg chg="add mod">
          <ac:chgData name="GOE11 Mardinli Munir" userId="39d96dbc-3bbb-4947-9052-a456bd38dc38" providerId="ADAL" clId="{0E09A0BC-DCD0-1549-8A9B-3643016F8582}" dt="2021-12-18T14:40:16.470" v="694" actId="20577"/>
          <ac:spMkLst>
            <pc:docMk/>
            <pc:sldMk cId="1461992401" sldId="257"/>
            <ac:spMk id="11" creationId="{4CB46FD8-87EE-B349-9D3F-04143F8594D6}"/>
          </ac:spMkLst>
        </pc:spChg>
        <pc:spChg chg="add del mod">
          <ac:chgData name="GOE11 Mardinli Munir" userId="39d96dbc-3bbb-4947-9052-a456bd38dc38" providerId="ADAL" clId="{0E09A0BC-DCD0-1549-8A9B-3643016F8582}" dt="2021-12-18T14:53:37.215" v="832" actId="478"/>
          <ac:spMkLst>
            <pc:docMk/>
            <pc:sldMk cId="1461992401" sldId="257"/>
            <ac:spMk id="12" creationId="{9108F9DF-D9E3-7C4E-85F1-81DB6D4D4FF3}"/>
          </ac:spMkLst>
        </pc:spChg>
        <pc:spChg chg="add del mod">
          <ac:chgData name="GOE11 Mardinli Munir" userId="39d96dbc-3bbb-4947-9052-a456bd38dc38" providerId="ADAL" clId="{0E09A0BC-DCD0-1549-8A9B-3643016F8582}" dt="2021-12-18T14:53:37.215" v="832" actId="478"/>
          <ac:spMkLst>
            <pc:docMk/>
            <pc:sldMk cId="1461992401" sldId="257"/>
            <ac:spMk id="13" creationId="{073EB79A-3FBD-0548-A91F-0C209FB779B9}"/>
          </ac:spMkLst>
        </pc:spChg>
        <pc:spChg chg="add del mod">
          <ac:chgData name="GOE11 Mardinli Munir" userId="39d96dbc-3bbb-4947-9052-a456bd38dc38" providerId="ADAL" clId="{0E09A0BC-DCD0-1549-8A9B-3643016F8582}" dt="2021-12-18T14:53:37.215" v="832" actId="478"/>
          <ac:spMkLst>
            <pc:docMk/>
            <pc:sldMk cId="1461992401" sldId="257"/>
            <ac:spMk id="14" creationId="{97C36AC8-CBEF-F749-803F-A2A2756C25B4}"/>
          </ac:spMkLst>
        </pc:spChg>
        <pc:picChg chg="add mod">
          <ac:chgData name="GOE11 Mardinli Munir" userId="39d96dbc-3bbb-4947-9052-a456bd38dc38" providerId="ADAL" clId="{0E09A0BC-DCD0-1549-8A9B-3643016F8582}" dt="2021-12-18T13:51:11.427" v="87" actId="1076"/>
          <ac:picMkLst>
            <pc:docMk/>
            <pc:sldMk cId="1461992401" sldId="257"/>
            <ac:picMk id="6" creationId="{2232A6A1-85A9-574F-890D-E600C8CB9D6A}"/>
          </ac:picMkLst>
        </pc:picChg>
        <pc:picChg chg="add mod">
          <ac:chgData name="GOE11 Mardinli Munir" userId="39d96dbc-3bbb-4947-9052-a456bd38dc38" providerId="ADAL" clId="{0E09A0BC-DCD0-1549-8A9B-3643016F8582}" dt="2021-12-18T13:50:55.534" v="86"/>
          <ac:picMkLst>
            <pc:docMk/>
            <pc:sldMk cId="1461992401" sldId="257"/>
            <ac:picMk id="7" creationId="{CC7C1E33-65F4-174B-AC49-89A113A4425C}"/>
          </ac:picMkLst>
        </pc:picChg>
        <pc:picChg chg="add del mod">
          <ac:chgData name="GOE11 Mardinli Munir" userId="39d96dbc-3bbb-4947-9052-a456bd38dc38" providerId="ADAL" clId="{0E09A0BC-DCD0-1549-8A9B-3643016F8582}" dt="2021-12-18T14:53:37.215" v="832" actId="478"/>
          <ac:picMkLst>
            <pc:docMk/>
            <pc:sldMk cId="1461992401" sldId="257"/>
            <ac:picMk id="8" creationId="{A286960B-BE3D-FD41-AE43-FC5B7C14DD08}"/>
          </ac:picMkLst>
        </pc:picChg>
        <pc:picChg chg="add del mod">
          <ac:chgData name="GOE11 Mardinli Munir" userId="39d96dbc-3bbb-4947-9052-a456bd38dc38" providerId="ADAL" clId="{0E09A0BC-DCD0-1549-8A9B-3643016F8582}" dt="2021-12-18T14:53:37.215" v="832" actId="478"/>
          <ac:picMkLst>
            <pc:docMk/>
            <pc:sldMk cId="1461992401" sldId="257"/>
            <ac:picMk id="9" creationId="{AF7E72EE-6F33-6F41-B1E9-683B38147CFF}"/>
          </ac:picMkLst>
        </pc:picChg>
        <pc:picChg chg="add del mod">
          <ac:chgData name="GOE11 Mardinli Munir" userId="39d96dbc-3bbb-4947-9052-a456bd38dc38" providerId="ADAL" clId="{0E09A0BC-DCD0-1549-8A9B-3643016F8582}" dt="2021-12-18T14:53:37.215" v="832" actId="478"/>
          <ac:picMkLst>
            <pc:docMk/>
            <pc:sldMk cId="1461992401" sldId="257"/>
            <ac:picMk id="10" creationId="{9D8AC642-721E-214C-BC5B-ABEB8EF5417F}"/>
          </ac:picMkLst>
        </pc:picChg>
      </pc:sldChg>
      <pc:sldChg chg="addSp delSp modSp new del mod">
        <pc:chgData name="GOE11 Mardinli Munir" userId="39d96dbc-3bbb-4947-9052-a456bd38dc38" providerId="ADAL" clId="{0E09A0BC-DCD0-1549-8A9B-3643016F8582}" dt="2021-12-18T13:58:43.516" v="146" actId="2696"/>
        <pc:sldMkLst>
          <pc:docMk/>
          <pc:sldMk cId="1261400754" sldId="258"/>
        </pc:sldMkLst>
        <pc:spChg chg="mod">
          <ac:chgData name="GOE11 Mardinli Munir" userId="39d96dbc-3bbb-4947-9052-a456bd38dc38" providerId="ADAL" clId="{0E09A0BC-DCD0-1549-8A9B-3643016F8582}" dt="2021-12-18T13:54:58.006" v="103" actId="20577"/>
          <ac:spMkLst>
            <pc:docMk/>
            <pc:sldMk cId="1261400754" sldId="258"/>
            <ac:spMk id="2" creationId="{7D77B1DA-2989-4845-8EF4-084FE701DFC2}"/>
          </ac:spMkLst>
        </pc:spChg>
        <pc:spChg chg="del">
          <ac:chgData name="GOE11 Mardinli Munir" userId="39d96dbc-3bbb-4947-9052-a456bd38dc38" providerId="ADAL" clId="{0E09A0BC-DCD0-1549-8A9B-3643016F8582}" dt="2021-12-18T13:55:08.305" v="104" actId="931"/>
          <ac:spMkLst>
            <pc:docMk/>
            <pc:sldMk cId="1261400754" sldId="258"/>
            <ac:spMk id="4" creationId="{5D6C630D-4C54-0049-A826-2A77A8553C29}"/>
          </ac:spMkLst>
        </pc:spChg>
        <pc:picChg chg="add mod">
          <ac:chgData name="GOE11 Mardinli Munir" userId="39d96dbc-3bbb-4947-9052-a456bd38dc38" providerId="ADAL" clId="{0E09A0BC-DCD0-1549-8A9B-3643016F8582}" dt="2021-12-18T13:55:28.427" v="112"/>
          <ac:picMkLst>
            <pc:docMk/>
            <pc:sldMk cId="1261400754" sldId="258"/>
            <ac:picMk id="6" creationId="{9924BAA4-C42C-974E-B852-69878703F288}"/>
          </ac:picMkLst>
        </pc:picChg>
      </pc:sldChg>
      <pc:sldChg chg="addSp delSp modSp new mod modClrScheme delAnim modAnim chgLayout">
        <pc:chgData name="GOE11 Mardinli Munir" userId="39d96dbc-3bbb-4947-9052-a456bd38dc38" providerId="ADAL" clId="{0E09A0BC-DCD0-1549-8A9B-3643016F8582}" dt="2021-12-18T21:15:30.345" v="2167" actId="1076"/>
        <pc:sldMkLst>
          <pc:docMk/>
          <pc:sldMk cId="1076064857" sldId="259"/>
        </pc:sldMkLst>
        <pc:spChg chg="del mod ord">
          <ac:chgData name="GOE11 Mardinli Munir" userId="39d96dbc-3bbb-4947-9052-a456bd38dc38" providerId="ADAL" clId="{0E09A0BC-DCD0-1549-8A9B-3643016F8582}" dt="2021-12-18T13:57:07.126" v="128" actId="700"/>
          <ac:spMkLst>
            <pc:docMk/>
            <pc:sldMk cId="1076064857" sldId="259"/>
            <ac:spMk id="2" creationId="{6817B33F-8746-3A4F-B490-5CDAA65698A0}"/>
          </ac:spMkLst>
        </pc:spChg>
        <pc:spChg chg="add mod ord">
          <ac:chgData name="GOE11 Mardinli Munir" userId="39d96dbc-3bbb-4947-9052-a456bd38dc38" providerId="ADAL" clId="{0E09A0BC-DCD0-1549-8A9B-3643016F8582}" dt="2021-12-18T14:53:18.018" v="829" actId="11"/>
          <ac:spMkLst>
            <pc:docMk/>
            <pc:sldMk cId="1076064857" sldId="259"/>
            <ac:spMk id="3" creationId="{BB285826-D630-F044-BD4F-161333CFB2D5}"/>
          </ac:spMkLst>
        </pc:spChg>
        <pc:spChg chg="add del mod ord">
          <ac:chgData name="GOE11 Mardinli Munir" userId="39d96dbc-3bbb-4947-9052-a456bd38dc38" providerId="ADAL" clId="{0E09A0BC-DCD0-1549-8A9B-3643016F8582}" dt="2021-12-18T13:57:25.611" v="129" actId="931"/>
          <ac:spMkLst>
            <pc:docMk/>
            <pc:sldMk cId="1076064857" sldId="259"/>
            <ac:spMk id="4" creationId="{ED57895C-BDA3-9F4A-B050-5F230FD87674}"/>
          </ac:spMkLst>
        </pc:spChg>
        <pc:spChg chg="add del mod ord">
          <ac:chgData name="GOE11 Mardinli Munir" userId="39d96dbc-3bbb-4947-9052-a456bd38dc38" providerId="ADAL" clId="{0E09A0BC-DCD0-1549-8A9B-3643016F8582}" dt="2021-12-18T13:59:46.050" v="147" actId="931"/>
          <ac:spMkLst>
            <pc:docMk/>
            <pc:sldMk cId="1076064857" sldId="259"/>
            <ac:spMk id="5" creationId="{C500B271-36D0-6842-916E-A1395F952562}"/>
          </ac:spMkLst>
        </pc:spChg>
        <pc:spChg chg="add del mod">
          <ac:chgData name="GOE11 Mardinli Munir" userId="39d96dbc-3bbb-4947-9052-a456bd38dc38" providerId="ADAL" clId="{0E09A0BC-DCD0-1549-8A9B-3643016F8582}" dt="2021-12-18T14:17:21.552" v="360" actId="478"/>
          <ac:spMkLst>
            <pc:docMk/>
            <pc:sldMk cId="1076064857" sldId="259"/>
            <ac:spMk id="19" creationId="{B22F1702-F935-DE40-9032-24F72535BB46}"/>
          </ac:spMkLst>
        </pc:spChg>
        <pc:spChg chg="add del mod">
          <ac:chgData name="GOE11 Mardinli Munir" userId="39d96dbc-3bbb-4947-9052-a456bd38dc38" providerId="ADAL" clId="{0E09A0BC-DCD0-1549-8A9B-3643016F8582}" dt="2021-12-18T14:17:22.700" v="366" actId="478"/>
          <ac:spMkLst>
            <pc:docMk/>
            <pc:sldMk cId="1076064857" sldId="259"/>
            <ac:spMk id="20" creationId="{18DB63FB-687E-4240-897A-7A96E73BDA8F}"/>
          </ac:spMkLst>
        </pc:spChg>
        <pc:spChg chg="add del">
          <ac:chgData name="GOE11 Mardinli Munir" userId="39d96dbc-3bbb-4947-9052-a456bd38dc38" providerId="ADAL" clId="{0E09A0BC-DCD0-1549-8A9B-3643016F8582}" dt="2021-12-18T14:12:44.167" v="287" actId="22"/>
          <ac:spMkLst>
            <pc:docMk/>
            <pc:sldMk cId="1076064857" sldId="259"/>
            <ac:spMk id="22" creationId="{3DC49220-A0DB-3647-94D8-D231229C6DEA}"/>
          </ac:spMkLst>
        </pc:spChg>
        <pc:spChg chg="add del mod">
          <ac:chgData name="GOE11 Mardinli Munir" userId="39d96dbc-3bbb-4947-9052-a456bd38dc38" providerId="ADAL" clId="{0E09A0BC-DCD0-1549-8A9B-3643016F8582}" dt="2021-12-18T14:21:38.519" v="445" actId="1076"/>
          <ac:spMkLst>
            <pc:docMk/>
            <pc:sldMk cId="1076064857" sldId="259"/>
            <ac:spMk id="23" creationId="{9B864011-2158-844E-8099-5A30C7419BF6}"/>
          </ac:spMkLst>
        </pc:spChg>
        <pc:spChg chg="add del mod">
          <ac:chgData name="GOE11 Mardinli Munir" userId="39d96dbc-3bbb-4947-9052-a456bd38dc38" providerId="ADAL" clId="{0E09A0BC-DCD0-1549-8A9B-3643016F8582}" dt="2021-12-18T14:20:51.802" v="435" actId="1076"/>
          <ac:spMkLst>
            <pc:docMk/>
            <pc:sldMk cId="1076064857" sldId="259"/>
            <ac:spMk id="24" creationId="{9FB317FC-A6DD-CD47-A6FC-FAE37CAD68FF}"/>
          </ac:spMkLst>
        </pc:spChg>
        <pc:spChg chg="add del mod">
          <ac:chgData name="GOE11 Mardinli Munir" userId="39d96dbc-3bbb-4947-9052-a456bd38dc38" providerId="ADAL" clId="{0E09A0BC-DCD0-1549-8A9B-3643016F8582}" dt="2021-12-18T14:17:24.494" v="371"/>
          <ac:spMkLst>
            <pc:docMk/>
            <pc:sldMk cId="1076064857" sldId="259"/>
            <ac:spMk id="31" creationId="{7835AB71-7480-834E-8D41-E503BAB7F128}"/>
          </ac:spMkLst>
        </pc:spChg>
        <pc:spChg chg="add del mod">
          <ac:chgData name="GOE11 Mardinli Munir" userId="39d96dbc-3bbb-4947-9052-a456bd38dc38" providerId="ADAL" clId="{0E09A0BC-DCD0-1549-8A9B-3643016F8582}" dt="2021-12-18T14:17:24.494" v="371"/>
          <ac:spMkLst>
            <pc:docMk/>
            <pc:sldMk cId="1076064857" sldId="259"/>
            <ac:spMk id="32" creationId="{F5E19676-33B6-7B45-A349-02F9589BB397}"/>
          </ac:spMkLst>
        </pc:spChg>
        <pc:spChg chg="add del mod">
          <ac:chgData name="GOE11 Mardinli Munir" userId="39d96dbc-3bbb-4947-9052-a456bd38dc38" providerId="ADAL" clId="{0E09A0BC-DCD0-1549-8A9B-3643016F8582}" dt="2021-12-18T14:17:24.494" v="371"/>
          <ac:spMkLst>
            <pc:docMk/>
            <pc:sldMk cId="1076064857" sldId="259"/>
            <ac:spMk id="33" creationId="{ADA96D5F-BA0C-404A-A1D7-9EF5F445C700}"/>
          </ac:spMkLst>
        </pc:spChg>
        <pc:spChg chg="add del mod">
          <ac:chgData name="GOE11 Mardinli Munir" userId="39d96dbc-3bbb-4947-9052-a456bd38dc38" providerId="ADAL" clId="{0E09A0BC-DCD0-1549-8A9B-3643016F8582}" dt="2021-12-18T14:17:24.494" v="371"/>
          <ac:spMkLst>
            <pc:docMk/>
            <pc:sldMk cId="1076064857" sldId="259"/>
            <ac:spMk id="34" creationId="{064947D2-4CD1-3C4E-8B1A-353B467A1D5C}"/>
          </ac:spMkLst>
        </pc:spChg>
        <pc:spChg chg="add mod">
          <ac:chgData name="GOE11 Mardinli Munir" userId="39d96dbc-3bbb-4947-9052-a456bd38dc38" providerId="ADAL" clId="{0E09A0BC-DCD0-1549-8A9B-3643016F8582}" dt="2021-12-18T14:21:44.241" v="446" actId="1076"/>
          <ac:spMkLst>
            <pc:docMk/>
            <pc:sldMk cId="1076064857" sldId="259"/>
            <ac:spMk id="38" creationId="{A8C28A1D-4AB1-C94E-AA2F-D44EAF91C15E}"/>
          </ac:spMkLst>
        </pc:spChg>
        <pc:spChg chg="add mod">
          <ac:chgData name="GOE11 Mardinli Munir" userId="39d96dbc-3bbb-4947-9052-a456bd38dc38" providerId="ADAL" clId="{0E09A0BC-DCD0-1549-8A9B-3643016F8582}" dt="2021-12-18T14:20:48.315" v="434" actId="1076"/>
          <ac:spMkLst>
            <pc:docMk/>
            <pc:sldMk cId="1076064857" sldId="259"/>
            <ac:spMk id="41" creationId="{1DB9CF96-F874-D44C-AF44-E0539F945857}"/>
          </ac:spMkLst>
        </pc:spChg>
        <pc:grpChg chg="add del topLvl">
          <ac:chgData name="GOE11 Mardinli Munir" userId="39d96dbc-3bbb-4947-9052-a456bd38dc38" providerId="ADAL" clId="{0E09A0BC-DCD0-1549-8A9B-3643016F8582}" dt="2021-12-18T14:15:39.331" v="339" actId="165"/>
          <ac:grpSpMkLst>
            <pc:docMk/>
            <pc:sldMk cId="1076064857" sldId="259"/>
            <ac:grpSpMk id="16" creationId="{12733203-73AC-7243-8B13-3664D4589B8B}"/>
          </ac:grpSpMkLst>
        </pc:grpChg>
        <pc:grpChg chg="add del">
          <ac:chgData name="GOE11 Mardinli Munir" userId="39d96dbc-3bbb-4947-9052-a456bd38dc38" providerId="ADAL" clId="{0E09A0BC-DCD0-1549-8A9B-3643016F8582}" dt="2021-12-18T14:15:33.574" v="338" actId="165"/>
          <ac:grpSpMkLst>
            <pc:docMk/>
            <pc:sldMk cId="1076064857" sldId="259"/>
            <ac:grpSpMk id="18" creationId="{1916CE39-D8C5-F649-8464-4000C3224540}"/>
          </ac:grpSpMkLst>
        </pc:grpChg>
        <pc:grpChg chg="add">
          <ac:chgData name="GOE11 Mardinli Munir" userId="39d96dbc-3bbb-4947-9052-a456bd38dc38" providerId="ADAL" clId="{0E09A0BC-DCD0-1549-8A9B-3643016F8582}" dt="2021-12-18T14:17:52.049" v="373" actId="164"/>
          <ac:grpSpMkLst>
            <pc:docMk/>
            <pc:sldMk cId="1076064857" sldId="259"/>
            <ac:grpSpMk id="35" creationId="{EA09A367-1B88-2E47-9A53-C51F640474BE}"/>
          </ac:grpSpMkLst>
        </pc:grpChg>
        <pc:grpChg chg="add">
          <ac:chgData name="GOE11 Mardinli Munir" userId="39d96dbc-3bbb-4947-9052-a456bd38dc38" providerId="ADAL" clId="{0E09A0BC-DCD0-1549-8A9B-3643016F8582}" dt="2021-12-18T14:18:03.512" v="375" actId="164"/>
          <ac:grpSpMkLst>
            <pc:docMk/>
            <pc:sldMk cId="1076064857" sldId="259"/>
            <ac:grpSpMk id="36" creationId="{2C281AE0-D5A5-0745-BCAF-1D91FF096E38}"/>
          </ac:grpSpMkLst>
        </pc:grpChg>
        <pc:grpChg chg="add">
          <ac:chgData name="GOE11 Mardinli Munir" userId="39d96dbc-3bbb-4947-9052-a456bd38dc38" providerId="ADAL" clId="{0E09A0BC-DCD0-1549-8A9B-3643016F8582}" dt="2021-12-18T14:18:09.034" v="376" actId="164"/>
          <ac:grpSpMkLst>
            <pc:docMk/>
            <pc:sldMk cId="1076064857" sldId="259"/>
            <ac:grpSpMk id="37" creationId="{5B3EAC12-DE21-FB49-AA61-61B8B69979E8}"/>
          </ac:grpSpMkLst>
        </pc:grpChg>
        <pc:grpChg chg="add mod">
          <ac:chgData name="GOE11 Mardinli Munir" userId="39d96dbc-3bbb-4947-9052-a456bd38dc38" providerId="ADAL" clId="{0E09A0BC-DCD0-1549-8A9B-3643016F8582}" dt="2021-12-18T14:20:59.543" v="436" actId="1076"/>
          <ac:grpSpMkLst>
            <pc:docMk/>
            <pc:sldMk cId="1076064857" sldId="259"/>
            <ac:grpSpMk id="39" creationId="{69CEF62B-28A8-8E40-8B24-07A77726D5EB}"/>
          </ac:grpSpMkLst>
        </pc:grpChg>
        <pc:grpChg chg="add mod">
          <ac:chgData name="GOE11 Mardinli Munir" userId="39d96dbc-3bbb-4947-9052-a456bd38dc38" providerId="ADAL" clId="{0E09A0BC-DCD0-1549-8A9B-3643016F8582}" dt="2021-12-18T14:21:19.231" v="441" actId="1076"/>
          <ac:grpSpMkLst>
            <pc:docMk/>
            <pc:sldMk cId="1076064857" sldId="259"/>
            <ac:grpSpMk id="40" creationId="{B746D673-9C8C-6348-BC1C-D1D2DCBE144F}"/>
          </ac:grpSpMkLst>
        </pc:grpChg>
        <pc:grpChg chg="add mod">
          <ac:chgData name="GOE11 Mardinli Munir" userId="39d96dbc-3bbb-4947-9052-a456bd38dc38" providerId="ADAL" clId="{0E09A0BC-DCD0-1549-8A9B-3643016F8582}" dt="2021-12-18T14:20:45.061" v="433" actId="1076"/>
          <ac:grpSpMkLst>
            <pc:docMk/>
            <pc:sldMk cId="1076064857" sldId="259"/>
            <ac:grpSpMk id="42" creationId="{94A9DB59-B489-DC43-A810-D314E0592F88}"/>
          </ac:grpSpMkLst>
        </pc:grpChg>
        <pc:grpChg chg="add">
          <ac:chgData name="GOE11 Mardinli Munir" userId="39d96dbc-3bbb-4947-9052-a456bd38dc38" providerId="ADAL" clId="{0E09A0BC-DCD0-1549-8A9B-3643016F8582}" dt="2021-12-18T14:24:53.803" v="508" actId="164"/>
          <ac:grpSpMkLst>
            <pc:docMk/>
            <pc:sldMk cId="1076064857" sldId="259"/>
            <ac:grpSpMk id="44" creationId="{DBC6A9AD-7B46-2049-9BAA-284101760966}"/>
          </ac:grpSpMkLst>
        </pc:grpChg>
        <pc:grpChg chg="add mod">
          <ac:chgData name="GOE11 Mardinli Munir" userId="39d96dbc-3bbb-4947-9052-a456bd38dc38" providerId="ADAL" clId="{0E09A0BC-DCD0-1549-8A9B-3643016F8582}" dt="2021-12-18T14:31:42.769" v="596" actId="1076"/>
          <ac:grpSpMkLst>
            <pc:docMk/>
            <pc:sldMk cId="1076064857" sldId="259"/>
            <ac:grpSpMk id="47" creationId="{BC6FD891-E242-A24C-B8D4-C8B86566B3D4}"/>
          </ac:grpSpMkLst>
        </pc:grpChg>
        <pc:grpChg chg="add">
          <ac:chgData name="GOE11 Mardinli Munir" userId="39d96dbc-3bbb-4947-9052-a456bd38dc38" providerId="ADAL" clId="{0E09A0BC-DCD0-1549-8A9B-3643016F8582}" dt="2021-12-18T14:36:35.840" v="635" actId="164"/>
          <ac:grpSpMkLst>
            <pc:docMk/>
            <pc:sldMk cId="1076064857" sldId="259"/>
            <ac:grpSpMk id="50" creationId="{39E37047-58FB-F746-AA32-908BBD5BEBC4}"/>
          </ac:grpSpMkLst>
        </pc:grpChg>
        <pc:picChg chg="add mod">
          <ac:chgData name="GOE11 Mardinli Munir" userId="39d96dbc-3bbb-4947-9052-a456bd38dc38" providerId="ADAL" clId="{0E09A0BC-DCD0-1549-8A9B-3643016F8582}" dt="2021-12-18T13:57:27.728" v="131" actId="962"/>
          <ac:picMkLst>
            <pc:docMk/>
            <pc:sldMk cId="1076064857" sldId="259"/>
            <ac:picMk id="7" creationId="{B6A9C7CE-50AF-8F4D-A21C-9094993B5A73}"/>
          </ac:picMkLst>
        </pc:picChg>
        <pc:picChg chg="add mod">
          <ac:chgData name="GOE11 Mardinli Munir" userId="39d96dbc-3bbb-4947-9052-a456bd38dc38" providerId="ADAL" clId="{0E09A0BC-DCD0-1549-8A9B-3643016F8582}" dt="2021-12-18T14:12:43.763" v="286" actId="1076"/>
          <ac:picMkLst>
            <pc:docMk/>
            <pc:sldMk cId="1076064857" sldId="259"/>
            <ac:picMk id="9" creationId="{ABF5F931-A67A-E34D-93CB-9B70C99C6129}"/>
          </ac:picMkLst>
        </pc:picChg>
        <pc:picChg chg="add del mod">
          <ac:chgData name="GOE11 Mardinli Munir" userId="39d96dbc-3bbb-4947-9052-a456bd38dc38" providerId="ADAL" clId="{0E09A0BC-DCD0-1549-8A9B-3643016F8582}" dt="2021-12-18T14:03:55.836" v="186" actId="478"/>
          <ac:picMkLst>
            <pc:docMk/>
            <pc:sldMk cId="1076064857" sldId="259"/>
            <ac:picMk id="11" creationId="{DE3E7C97-679D-EF47-939F-5B0EF34A26C8}"/>
          </ac:picMkLst>
        </pc:picChg>
        <pc:picChg chg="add del mod topLvl">
          <ac:chgData name="GOE11 Mardinli Munir" userId="39d96dbc-3bbb-4947-9052-a456bd38dc38" providerId="ADAL" clId="{0E09A0BC-DCD0-1549-8A9B-3643016F8582}" dt="2021-12-18T14:33:27.448" v="605" actId="1076"/>
          <ac:picMkLst>
            <pc:docMk/>
            <pc:sldMk cId="1076064857" sldId="259"/>
            <ac:picMk id="12" creationId="{04271D4F-8A0B-E64C-8C69-EE2259D69C70}"/>
          </ac:picMkLst>
        </pc:picChg>
        <pc:picChg chg="add del mod topLvl">
          <ac:chgData name="GOE11 Mardinli Munir" userId="39d96dbc-3bbb-4947-9052-a456bd38dc38" providerId="ADAL" clId="{0E09A0BC-DCD0-1549-8A9B-3643016F8582}" dt="2021-12-18T14:21:12.808" v="440" actId="1076"/>
          <ac:picMkLst>
            <pc:docMk/>
            <pc:sldMk cId="1076064857" sldId="259"/>
            <ac:picMk id="13" creationId="{A4233001-481E-7A43-A166-70165CE95FC1}"/>
          </ac:picMkLst>
        </pc:picChg>
        <pc:picChg chg="add del mod topLvl">
          <ac:chgData name="GOE11 Mardinli Munir" userId="39d96dbc-3bbb-4947-9052-a456bd38dc38" providerId="ADAL" clId="{0E09A0BC-DCD0-1549-8A9B-3643016F8582}" dt="2021-12-18T14:21:06.300" v="438" actId="1076"/>
          <ac:picMkLst>
            <pc:docMk/>
            <pc:sldMk cId="1076064857" sldId="259"/>
            <ac:picMk id="14" creationId="{8EA7AB54-98B9-0148-84BF-50C12A5F25B5}"/>
          </ac:picMkLst>
        </pc:picChg>
        <pc:picChg chg="add del mod topLvl">
          <ac:chgData name="GOE11 Mardinli Munir" userId="39d96dbc-3bbb-4947-9052-a456bd38dc38" providerId="ADAL" clId="{0E09A0BC-DCD0-1549-8A9B-3643016F8582}" dt="2021-12-18T14:33:43.198" v="607" actId="1076"/>
          <ac:picMkLst>
            <pc:docMk/>
            <pc:sldMk cId="1076064857" sldId="259"/>
            <ac:picMk id="15" creationId="{10B5F239-7C39-1644-B8FB-E1E6635A4054}"/>
          </ac:picMkLst>
        </pc:picChg>
        <pc:picChg chg="add del mod topLvl">
          <ac:chgData name="GOE11 Mardinli Munir" userId="39d96dbc-3bbb-4947-9052-a456bd38dc38" providerId="ADAL" clId="{0E09A0BC-DCD0-1549-8A9B-3643016F8582}" dt="2021-12-18T14:17:22.846" v="367" actId="478"/>
          <ac:picMkLst>
            <pc:docMk/>
            <pc:sldMk cId="1076064857" sldId="259"/>
            <ac:picMk id="17" creationId="{6B4239FD-0CE0-DC48-B05F-63F8F65D5FB4}"/>
          </ac:picMkLst>
        </pc:picChg>
        <pc:picChg chg="add del mod">
          <ac:chgData name="GOE11 Mardinli Munir" userId="39d96dbc-3bbb-4947-9052-a456bd38dc38" providerId="ADAL" clId="{0E09A0BC-DCD0-1549-8A9B-3643016F8582}" dt="2021-12-18T14:17:24.494" v="371"/>
          <ac:picMkLst>
            <pc:docMk/>
            <pc:sldMk cId="1076064857" sldId="259"/>
            <ac:picMk id="25" creationId="{FA6D4875-7EBF-CD49-AA5C-0308A33DB178}"/>
          </ac:picMkLst>
        </pc:picChg>
        <pc:picChg chg="add del mod">
          <ac:chgData name="GOE11 Mardinli Munir" userId="39d96dbc-3bbb-4947-9052-a456bd38dc38" providerId="ADAL" clId="{0E09A0BC-DCD0-1549-8A9B-3643016F8582}" dt="2021-12-18T14:17:24.494" v="371"/>
          <ac:picMkLst>
            <pc:docMk/>
            <pc:sldMk cId="1076064857" sldId="259"/>
            <ac:picMk id="26" creationId="{26ED2E53-F269-0F48-A35F-BF5628C382C5}"/>
          </ac:picMkLst>
        </pc:picChg>
        <pc:picChg chg="add del mod">
          <ac:chgData name="GOE11 Mardinli Munir" userId="39d96dbc-3bbb-4947-9052-a456bd38dc38" providerId="ADAL" clId="{0E09A0BC-DCD0-1549-8A9B-3643016F8582}" dt="2021-12-18T14:17:24.494" v="371"/>
          <ac:picMkLst>
            <pc:docMk/>
            <pc:sldMk cId="1076064857" sldId="259"/>
            <ac:picMk id="27" creationId="{5C3C6DEA-D958-9E41-B5BE-8BFA253B0032}"/>
          </ac:picMkLst>
        </pc:picChg>
        <pc:picChg chg="add del mod">
          <ac:chgData name="GOE11 Mardinli Munir" userId="39d96dbc-3bbb-4947-9052-a456bd38dc38" providerId="ADAL" clId="{0E09A0BC-DCD0-1549-8A9B-3643016F8582}" dt="2021-12-18T14:17:24.494" v="371"/>
          <ac:picMkLst>
            <pc:docMk/>
            <pc:sldMk cId="1076064857" sldId="259"/>
            <ac:picMk id="28" creationId="{59C34052-1EC8-8940-97DE-674E2E1A5998}"/>
          </ac:picMkLst>
        </pc:picChg>
        <pc:picChg chg="add del mod">
          <ac:chgData name="GOE11 Mardinli Munir" userId="39d96dbc-3bbb-4947-9052-a456bd38dc38" providerId="ADAL" clId="{0E09A0BC-DCD0-1549-8A9B-3643016F8582}" dt="2021-12-18T14:17:24.494" v="371"/>
          <ac:picMkLst>
            <pc:docMk/>
            <pc:sldMk cId="1076064857" sldId="259"/>
            <ac:picMk id="29" creationId="{4D625376-5D5D-AB4A-B6D5-8CAB9623FEBA}"/>
          </ac:picMkLst>
        </pc:picChg>
        <pc:picChg chg="add del mod">
          <ac:chgData name="GOE11 Mardinli Munir" userId="39d96dbc-3bbb-4947-9052-a456bd38dc38" providerId="ADAL" clId="{0E09A0BC-DCD0-1549-8A9B-3643016F8582}" dt="2021-12-18T14:17:24.494" v="371"/>
          <ac:picMkLst>
            <pc:docMk/>
            <pc:sldMk cId="1076064857" sldId="259"/>
            <ac:picMk id="30" creationId="{5FF7B984-A6CA-3F46-9927-6AB496E637FC}"/>
          </ac:picMkLst>
        </pc:picChg>
        <pc:picChg chg="add mod">
          <ac:chgData name="GOE11 Mardinli Munir" userId="39d96dbc-3bbb-4947-9052-a456bd38dc38" providerId="ADAL" clId="{0E09A0BC-DCD0-1549-8A9B-3643016F8582}" dt="2021-12-18T14:24:49.674" v="507" actId="1076"/>
          <ac:picMkLst>
            <pc:docMk/>
            <pc:sldMk cId="1076064857" sldId="259"/>
            <ac:picMk id="43" creationId="{C16895CE-F091-BD4F-A16C-B58EBEC0350A}"/>
          </ac:picMkLst>
        </pc:picChg>
        <pc:picChg chg="add mod">
          <ac:chgData name="GOE11 Mardinli Munir" userId="39d96dbc-3bbb-4947-9052-a456bd38dc38" providerId="ADAL" clId="{0E09A0BC-DCD0-1549-8A9B-3643016F8582}" dt="2021-12-18T21:15:30.345" v="2167" actId="1076"/>
          <ac:picMkLst>
            <pc:docMk/>
            <pc:sldMk cId="1076064857" sldId="259"/>
            <ac:picMk id="45" creationId="{B8445171-436C-824E-BDB1-1A5A42A3B9DA}"/>
          </ac:picMkLst>
        </pc:picChg>
        <pc:picChg chg="add mod">
          <ac:chgData name="GOE11 Mardinli Munir" userId="39d96dbc-3bbb-4947-9052-a456bd38dc38" providerId="ADAL" clId="{0E09A0BC-DCD0-1549-8A9B-3643016F8582}" dt="2021-12-18T14:31:09.618" v="594" actId="1076"/>
          <ac:picMkLst>
            <pc:docMk/>
            <pc:sldMk cId="1076064857" sldId="259"/>
            <ac:picMk id="46" creationId="{EFD352E4-CD63-8949-8290-7AE5A8C5115F}"/>
          </ac:picMkLst>
        </pc:picChg>
        <pc:picChg chg="add del mod">
          <ac:chgData name="GOE11 Mardinli Munir" userId="39d96dbc-3bbb-4947-9052-a456bd38dc38" providerId="ADAL" clId="{0E09A0BC-DCD0-1549-8A9B-3643016F8582}" dt="2021-12-18T14:35:42.994" v="618" actId="478"/>
          <ac:picMkLst>
            <pc:docMk/>
            <pc:sldMk cId="1076064857" sldId="259"/>
            <ac:picMk id="48" creationId="{46AD7354-2340-1F49-9EE2-816542D40FBD}"/>
          </ac:picMkLst>
        </pc:picChg>
        <pc:picChg chg="add mod">
          <ac:chgData name="GOE11 Mardinli Munir" userId="39d96dbc-3bbb-4947-9052-a456bd38dc38" providerId="ADAL" clId="{0E09A0BC-DCD0-1549-8A9B-3643016F8582}" dt="2021-12-18T14:36:28.924" v="634" actId="1076"/>
          <ac:picMkLst>
            <pc:docMk/>
            <pc:sldMk cId="1076064857" sldId="259"/>
            <ac:picMk id="49" creationId="{F32B4680-4AB9-1944-8CD6-AB19741EAABB}"/>
          </ac:picMkLst>
        </pc:picChg>
      </pc:sldChg>
      <pc:sldChg chg="addSp delSp modSp new mod modAnim">
        <pc:chgData name="GOE11 Mardinli Munir" userId="39d96dbc-3bbb-4947-9052-a456bd38dc38" providerId="ADAL" clId="{0E09A0BC-DCD0-1549-8A9B-3643016F8582}" dt="2021-12-18T16:04:34.159" v="1717"/>
        <pc:sldMkLst>
          <pc:docMk/>
          <pc:sldMk cId="474333360" sldId="260"/>
        </pc:sldMkLst>
        <pc:spChg chg="mod">
          <ac:chgData name="GOE11 Mardinli Munir" userId="39d96dbc-3bbb-4947-9052-a456bd38dc38" providerId="ADAL" clId="{0E09A0BC-DCD0-1549-8A9B-3643016F8582}" dt="2021-12-18T14:52:38.354" v="822" actId="12"/>
          <ac:spMkLst>
            <pc:docMk/>
            <pc:sldMk cId="474333360" sldId="260"/>
            <ac:spMk id="2" creationId="{A4ABF05C-B97D-B24E-B248-8B984F39A4C7}"/>
          </ac:spMkLst>
        </pc:spChg>
        <pc:spChg chg="del">
          <ac:chgData name="GOE11 Mardinli Munir" userId="39d96dbc-3bbb-4947-9052-a456bd38dc38" providerId="ADAL" clId="{0E09A0BC-DCD0-1549-8A9B-3643016F8582}" dt="2021-12-18T14:44:55.895" v="716" actId="931"/>
          <ac:spMkLst>
            <pc:docMk/>
            <pc:sldMk cId="474333360" sldId="260"/>
            <ac:spMk id="3" creationId="{FD213888-114F-5749-9785-97A049C7AAA7}"/>
          </ac:spMkLst>
        </pc:spChg>
        <pc:spChg chg="mod">
          <ac:chgData name="GOE11 Mardinli Munir" userId="39d96dbc-3bbb-4947-9052-a456bd38dc38" providerId="ADAL" clId="{0E09A0BC-DCD0-1549-8A9B-3643016F8582}" dt="2021-12-18T16:03:04.204" v="1686" actId="20577"/>
          <ac:spMkLst>
            <pc:docMk/>
            <pc:sldMk cId="474333360" sldId="260"/>
            <ac:spMk id="4" creationId="{77648195-6477-4442-8475-46CE0CE7E08F}"/>
          </ac:spMkLst>
        </pc:spChg>
        <pc:picChg chg="add mod">
          <ac:chgData name="GOE11 Mardinli Munir" userId="39d96dbc-3bbb-4947-9052-a456bd38dc38" providerId="ADAL" clId="{0E09A0BC-DCD0-1549-8A9B-3643016F8582}" dt="2021-12-18T14:45:19.306" v="725"/>
          <ac:picMkLst>
            <pc:docMk/>
            <pc:sldMk cId="474333360" sldId="260"/>
            <ac:picMk id="6" creationId="{DBB09541-DB2E-4449-B1A0-C501C85DF600}"/>
          </ac:picMkLst>
        </pc:picChg>
      </pc:sldChg>
      <pc:sldChg chg="addSp delSp modSp add mod ord delAnim modAnim">
        <pc:chgData name="GOE11 Mardinli Munir" userId="39d96dbc-3bbb-4947-9052-a456bd38dc38" providerId="ADAL" clId="{0E09A0BC-DCD0-1549-8A9B-3643016F8582}" dt="2021-12-18T16:14:08.220" v="1883"/>
        <pc:sldMkLst>
          <pc:docMk/>
          <pc:sldMk cId="123250057" sldId="261"/>
        </pc:sldMkLst>
        <pc:spChg chg="add del mod">
          <ac:chgData name="GOE11 Mardinli Munir" userId="39d96dbc-3bbb-4947-9052-a456bd38dc38" providerId="ADAL" clId="{0E09A0BC-DCD0-1549-8A9B-3643016F8582}" dt="2021-12-18T16:12:02.707" v="1812" actId="931"/>
          <ac:spMkLst>
            <pc:docMk/>
            <pc:sldMk cId="123250057" sldId="261"/>
            <ac:spMk id="4" creationId="{EBDF3318-370F-2341-A9B0-FB31A83D61D5}"/>
          </ac:spMkLst>
        </pc:spChg>
        <pc:spChg chg="del">
          <ac:chgData name="GOE11 Mardinli Munir" userId="39d96dbc-3bbb-4947-9052-a456bd38dc38" providerId="ADAL" clId="{0E09A0BC-DCD0-1549-8A9B-3643016F8582}" dt="2021-12-18T14:53:52.770" v="835" actId="478"/>
          <ac:spMkLst>
            <pc:docMk/>
            <pc:sldMk cId="123250057" sldId="261"/>
            <ac:spMk id="13" creationId="{073EB79A-3FBD-0548-A91F-0C209FB779B9}"/>
          </ac:spMkLst>
        </pc:spChg>
        <pc:spChg chg="del">
          <ac:chgData name="GOE11 Mardinli Munir" userId="39d96dbc-3bbb-4947-9052-a456bd38dc38" providerId="ADAL" clId="{0E09A0BC-DCD0-1549-8A9B-3643016F8582}" dt="2021-12-18T14:53:52.770" v="835" actId="478"/>
          <ac:spMkLst>
            <pc:docMk/>
            <pc:sldMk cId="123250057" sldId="261"/>
            <ac:spMk id="14" creationId="{97C36AC8-CBEF-F749-803F-A2A2756C25B4}"/>
          </ac:spMkLst>
        </pc:spChg>
        <pc:picChg chg="del">
          <ac:chgData name="GOE11 Mardinli Munir" userId="39d96dbc-3bbb-4947-9052-a456bd38dc38" providerId="ADAL" clId="{0E09A0BC-DCD0-1549-8A9B-3643016F8582}" dt="2021-12-18T16:11:50.035" v="1811" actId="478"/>
          <ac:picMkLst>
            <pc:docMk/>
            <pc:sldMk cId="123250057" sldId="261"/>
            <ac:picMk id="6" creationId="{2232A6A1-85A9-574F-890D-E600C8CB9D6A}"/>
          </ac:picMkLst>
        </pc:picChg>
        <pc:picChg chg="del">
          <ac:chgData name="GOE11 Mardinli Munir" userId="39d96dbc-3bbb-4947-9052-a456bd38dc38" providerId="ADAL" clId="{0E09A0BC-DCD0-1549-8A9B-3643016F8582}" dt="2021-12-18T14:53:52.770" v="835" actId="478"/>
          <ac:picMkLst>
            <pc:docMk/>
            <pc:sldMk cId="123250057" sldId="261"/>
            <ac:picMk id="9" creationId="{AF7E72EE-6F33-6F41-B1E9-683B38147CFF}"/>
          </ac:picMkLst>
        </pc:picChg>
        <pc:picChg chg="del">
          <ac:chgData name="GOE11 Mardinli Munir" userId="39d96dbc-3bbb-4947-9052-a456bd38dc38" providerId="ADAL" clId="{0E09A0BC-DCD0-1549-8A9B-3643016F8582}" dt="2021-12-18T14:53:52.770" v="835" actId="478"/>
          <ac:picMkLst>
            <pc:docMk/>
            <pc:sldMk cId="123250057" sldId="261"/>
            <ac:picMk id="10" creationId="{9D8AC642-721E-214C-BC5B-ABEB8EF5417F}"/>
          </ac:picMkLst>
        </pc:picChg>
        <pc:picChg chg="add mod">
          <ac:chgData name="GOE11 Mardinli Munir" userId="39d96dbc-3bbb-4947-9052-a456bd38dc38" providerId="ADAL" clId="{0E09A0BC-DCD0-1549-8A9B-3643016F8582}" dt="2021-12-18T16:14:08.220" v="1883"/>
          <ac:picMkLst>
            <pc:docMk/>
            <pc:sldMk cId="123250057" sldId="261"/>
            <ac:picMk id="15" creationId="{C1CB1D65-8D9F-B246-AEFD-BAAF70D06764}"/>
          </ac:picMkLst>
        </pc:picChg>
      </pc:sldChg>
      <pc:sldChg chg="addSp delSp modSp add mod ord delAnim modAnim">
        <pc:chgData name="GOE11 Mardinli Munir" userId="39d96dbc-3bbb-4947-9052-a456bd38dc38" providerId="ADAL" clId="{0E09A0BC-DCD0-1549-8A9B-3643016F8582}" dt="2021-12-18T16:17:08.384" v="1944"/>
        <pc:sldMkLst>
          <pc:docMk/>
          <pc:sldMk cId="4015357815" sldId="262"/>
        </pc:sldMkLst>
        <pc:spChg chg="add del mod">
          <ac:chgData name="GOE11 Mardinli Munir" userId="39d96dbc-3bbb-4947-9052-a456bd38dc38" providerId="ADAL" clId="{0E09A0BC-DCD0-1549-8A9B-3643016F8582}" dt="2021-12-18T16:15:40.982" v="1885" actId="931"/>
          <ac:spMkLst>
            <pc:docMk/>
            <pc:sldMk cId="4015357815" sldId="262"/>
            <ac:spMk id="4" creationId="{45CDE216-695A-4A4C-BE9E-DA96B5774F77}"/>
          </ac:spMkLst>
        </pc:spChg>
        <pc:spChg chg="del mod">
          <ac:chgData name="GOE11 Mardinli Munir" userId="39d96dbc-3bbb-4947-9052-a456bd38dc38" providerId="ADAL" clId="{0E09A0BC-DCD0-1549-8A9B-3643016F8582}" dt="2021-12-18T14:56:19.896" v="843" actId="478"/>
          <ac:spMkLst>
            <pc:docMk/>
            <pc:sldMk cId="4015357815" sldId="262"/>
            <ac:spMk id="14" creationId="{97C36AC8-CBEF-F749-803F-A2A2756C25B4}"/>
          </ac:spMkLst>
        </pc:spChg>
        <pc:picChg chg="del">
          <ac:chgData name="GOE11 Mardinli Munir" userId="39d96dbc-3bbb-4947-9052-a456bd38dc38" providerId="ADAL" clId="{0E09A0BC-DCD0-1549-8A9B-3643016F8582}" dt="2021-12-18T16:15:32.547" v="1884" actId="478"/>
          <ac:picMkLst>
            <pc:docMk/>
            <pc:sldMk cId="4015357815" sldId="262"/>
            <ac:picMk id="6" creationId="{2232A6A1-85A9-574F-890D-E600C8CB9D6A}"/>
          </ac:picMkLst>
        </pc:picChg>
        <pc:picChg chg="del">
          <ac:chgData name="GOE11 Mardinli Munir" userId="39d96dbc-3bbb-4947-9052-a456bd38dc38" providerId="ADAL" clId="{0E09A0BC-DCD0-1549-8A9B-3643016F8582}" dt="2021-12-18T14:56:14.532" v="840" actId="478"/>
          <ac:picMkLst>
            <pc:docMk/>
            <pc:sldMk cId="4015357815" sldId="262"/>
            <ac:picMk id="10" creationId="{9D8AC642-721E-214C-BC5B-ABEB8EF5417F}"/>
          </ac:picMkLst>
        </pc:picChg>
        <pc:picChg chg="add mod">
          <ac:chgData name="GOE11 Mardinli Munir" userId="39d96dbc-3bbb-4947-9052-a456bd38dc38" providerId="ADAL" clId="{0E09A0BC-DCD0-1549-8A9B-3643016F8582}" dt="2021-12-18T16:17:08.384" v="1944"/>
          <ac:picMkLst>
            <pc:docMk/>
            <pc:sldMk cId="4015357815" sldId="262"/>
            <ac:picMk id="15" creationId="{83E4C7AE-4B62-8C44-A083-2A3EEC6DA057}"/>
          </ac:picMkLst>
        </pc:picChg>
      </pc:sldChg>
      <pc:sldChg chg="addSp delSp modSp add mod modAnim">
        <pc:chgData name="GOE11 Mardinli Munir" userId="39d96dbc-3bbb-4947-9052-a456bd38dc38" providerId="ADAL" clId="{0E09A0BC-DCD0-1549-8A9B-3643016F8582}" dt="2021-12-18T16:24:28.424" v="2015"/>
        <pc:sldMkLst>
          <pc:docMk/>
          <pc:sldMk cId="3513178572" sldId="263"/>
        </pc:sldMkLst>
        <pc:spChg chg="add del mod">
          <ac:chgData name="GOE11 Mardinli Munir" userId="39d96dbc-3bbb-4947-9052-a456bd38dc38" providerId="ADAL" clId="{0E09A0BC-DCD0-1549-8A9B-3643016F8582}" dt="2021-12-18T16:23:26.660" v="1974" actId="931"/>
          <ac:spMkLst>
            <pc:docMk/>
            <pc:sldMk cId="3513178572" sldId="263"/>
            <ac:spMk id="4" creationId="{71BF3638-0398-B84B-A617-3C68880570D4}"/>
          </ac:spMkLst>
        </pc:spChg>
        <pc:spChg chg="mod">
          <ac:chgData name="GOE11 Mardinli Munir" userId="39d96dbc-3bbb-4947-9052-a456bd38dc38" providerId="ADAL" clId="{0E09A0BC-DCD0-1549-8A9B-3643016F8582}" dt="2021-12-18T16:06:03.968" v="1747" actId="20577"/>
          <ac:spMkLst>
            <pc:docMk/>
            <pc:sldMk cId="3513178572" sldId="263"/>
            <ac:spMk id="14" creationId="{97C36AC8-CBEF-F749-803F-A2A2756C25B4}"/>
          </ac:spMkLst>
        </pc:spChg>
        <pc:picChg chg="del">
          <ac:chgData name="GOE11 Mardinli Munir" userId="39d96dbc-3bbb-4947-9052-a456bd38dc38" providerId="ADAL" clId="{0E09A0BC-DCD0-1549-8A9B-3643016F8582}" dt="2021-12-18T16:23:16.709" v="1973" actId="478"/>
          <ac:picMkLst>
            <pc:docMk/>
            <pc:sldMk cId="3513178572" sldId="263"/>
            <ac:picMk id="6" creationId="{2232A6A1-85A9-574F-890D-E600C8CB9D6A}"/>
          </ac:picMkLst>
        </pc:picChg>
        <pc:picChg chg="add mod">
          <ac:chgData name="GOE11 Mardinli Munir" userId="39d96dbc-3bbb-4947-9052-a456bd38dc38" providerId="ADAL" clId="{0E09A0BC-DCD0-1549-8A9B-3643016F8582}" dt="2021-12-18T16:24:28.424" v="2015"/>
          <ac:picMkLst>
            <pc:docMk/>
            <pc:sldMk cId="3513178572" sldId="263"/>
            <ac:picMk id="15" creationId="{41675F4F-D36C-6B44-AA68-DE3C03E379A0}"/>
          </ac:picMkLst>
        </pc:picChg>
      </pc:sldChg>
      <pc:sldChg chg="addSp delSp modSp new mod modClrScheme delAnim modAnim chgLayout">
        <pc:chgData name="GOE11 Mardinli Munir" userId="39d96dbc-3bbb-4947-9052-a456bd38dc38" providerId="ADAL" clId="{0E09A0BC-DCD0-1549-8A9B-3643016F8582}" dt="2021-12-19T09:58:27.250" v="2259"/>
        <pc:sldMkLst>
          <pc:docMk/>
          <pc:sldMk cId="1748950333" sldId="264"/>
        </pc:sldMkLst>
        <pc:spChg chg="mod ord">
          <ac:chgData name="GOE11 Mardinli Munir" userId="39d96dbc-3bbb-4947-9052-a456bd38dc38" providerId="ADAL" clId="{0E09A0BC-DCD0-1549-8A9B-3643016F8582}" dt="2021-12-18T14:59:40.537" v="901" actId="700"/>
          <ac:spMkLst>
            <pc:docMk/>
            <pc:sldMk cId="1748950333" sldId="264"/>
            <ac:spMk id="2" creationId="{200ECC5E-9F47-5D43-B691-4D4BF9716876}"/>
          </ac:spMkLst>
        </pc:spChg>
        <pc:spChg chg="del">
          <ac:chgData name="GOE11 Mardinli Munir" userId="39d96dbc-3bbb-4947-9052-a456bd38dc38" providerId="ADAL" clId="{0E09A0BC-DCD0-1549-8A9B-3643016F8582}" dt="2021-12-18T14:57:49.337" v="845" actId="931"/>
          <ac:spMkLst>
            <pc:docMk/>
            <pc:sldMk cId="1748950333" sldId="264"/>
            <ac:spMk id="3" creationId="{C38571E7-049D-9C4E-A305-15B4505154BD}"/>
          </ac:spMkLst>
        </pc:spChg>
        <pc:spChg chg="del">
          <ac:chgData name="GOE11 Mardinli Munir" userId="39d96dbc-3bbb-4947-9052-a456bd38dc38" providerId="ADAL" clId="{0E09A0BC-DCD0-1549-8A9B-3643016F8582}" dt="2021-12-18T14:59:40.537" v="901" actId="700"/>
          <ac:spMkLst>
            <pc:docMk/>
            <pc:sldMk cId="1748950333" sldId="264"/>
            <ac:spMk id="4" creationId="{D0819EC8-3064-D745-BF4A-DC392F379EFE}"/>
          </ac:spMkLst>
        </pc:spChg>
        <pc:spChg chg="add del mod ord">
          <ac:chgData name="GOE11 Mardinli Munir" userId="39d96dbc-3bbb-4947-9052-a456bd38dc38" providerId="ADAL" clId="{0E09A0BC-DCD0-1549-8A9B-3643016F8582}" dt="2021-12-18T15:03:13.537" v="903" actId="478"/>
          <ac:spMkLst>
            <pc:docMk/>
            <pc:sldMk cId="1748950333" sldId="264"/>
            <ac:spMk id="7" creationId="{6C7786DC-0571-AF4A-A5B8-1CBBBC7F7078}"/>
          </ac:spMkLst>
        </pc:spChg>
        <pc:spChg chg="add mod topLvl modCrop">
          <ac:chgData name="GOE11 Mardinli Munir" userId="39d96dbc-3bbb-4947-9052-a456bd38dc38" providerId="ADAL" clId="{0E09A0BC-DCD0-1549-8A9B-3643016F8582}" dt="2021-12-18T15:54:04.701" v="1566" actId="1076"/>
          <ac:spMkLst>
            <pc:docMk/>
            <pc:sldMk cId="1748950333" sldId="264"/>
            <ac:spMk id="8" creationId="{2EEEF016-2966-9F43-8F97-EC017C563CDB}"/>
          </ac:spMkLst>
        </pc:spChg>
        <pc:spChg chg="add mod">
          <ac:chgData name="GOE11 Mardinli Munir" userId="39d96dbc-3bbb-4947-9052-a456bd38dc38" providerId="ADAL" clId="{0E09A0BC-DCD0-1549-8A9B-3643016F8582}" dt="2021-12-18T15:23:08.016" v="1264" actId="18653"/>
          <ac:spMkLst>
            <pc:docMk/>
            <pc:sldMk cId="1748950333" sldId="264"/>
            <ac:spMk id="11" creationId="{0AFA90E4-B8B5-8046-8D0C-BA6AD9D6BE15}"/>
          </ac:spMkLst>
        </pc:spChg>
        <pc:spChg chg="add mod topLvl modCrop">
          <ac:chgData name="GOE11 Mardinli Munir" userId="39d96dbc-3bbb-4947-9052-a456bd38dc38" providerId="ADAL" clId="{0E09A0BC-DCD0-1549-8A9B-3643016F8582}" dt="2021-12-18T15:22:53.642" v="1263" actId="18131"/>
          <ac:spMkLst>
            <pc:docMk/>
            <pc:sldMk cId="1748950333" sldId="264"/>
            <ac:spMk id="12" creationId="{CF51204F-CCE0-5449-A73C-787C49ED5836}"/>
          </ac:spMkLst>
        </pc:spChg>
        <pc:spChg chg="add mod topLvl modCrop">
          <ac:chgData name="GOE11 Mardinli Munir" userId="39d96dbc-3bbb-4947-9052-a456bd38dc38" providerId="ADAL" clId="{0E09A0BC-DCD0-1549-8A9B-3643016F8582}" dt="2021-12-18T15:23:17.760" v="1265" actId="18653"/>
          <ac:spMkLst>
            <pc:docMk/>
            <pc:sldMk cId="1748950333" sldId="264"/>
            <ac:spMk id="20" creationId="{184A6736-E101-C64F-87E9-2149C332204D}"/>
          </ac:spMkLst>
        </pc:spChg>
        <pc:spChg chg="mod modCrop">
          <ac:chgData name="GOE11 Mardinli Munir" userId="39d96dbc-3bbb-4947-9052-a456bd38dc38" providerId="ADAL" clId="{0E09A0BC-DCD0-1549-8A9B-3643016F8582}" dt="2021-12-19T09:51:45.886" v="2203" actId="18131"/>
          <ac:spMkLst>
            <pc:docMk/>
            <pc:sldMk cId="1748950333" sldId="264"/>
            <ac:spMk id="31" creationId="{F6321F25-392D-5A48-B6C5-7024F2B4BC99}"/>
          </ac:spMkLst>
        </pc:spChg>
        <pc:spChg chg="mod modCrop">
          <ac:chgData name="GOE11 Mardinli Munir" userId="39d96dbc-3bbb-4947-9052-a456bd38dc38" providerId="ADAL" clId="{0E09A0BC-DCD0-1549-8A9B-3643016F8582}" dt="2021-12-19T09:56:56.519" v="2254" actId="14100"/>
          <ac:spMkLst>
            <pc:docMk/>
            <pc:sldMk cId="1748950333" sldId="264"/>
            <ac:spMk id="37" creationId="{527E6BA4-93D2-8640-8886-F61D2D2CED0B}"/>
          </ac:spMkLst>
        </pc:spChg>
        <pc:spChg chg="add mod">
          <ac:chgData name="GOE11 Mardinli Munir" userId="39d96dbc-3bbb-4947-9052-a456bd38dc38" providerId="ADAL" clId="{0E09A0BC-DCD0-1549-8A9B-3643016F8582}" dt="2021-12-18T15:52:09.109" v="1548" actId="20577"/>
          <ac:spMkLst>
            <pc:docMk/>
            <pc:sldMk cId="1748950333" sldId="264"/>
            <ac:spMk id="39" creationId="{5398966C-1C77-E644-A645-532C8D204A03}"/>
          </ac:spMkLst>
        </pc:spChg>
        <pc:spChg chg="add mod">
          <ac:chgData name="GOE11 Mardinli Munir" userId="39d96dbc-3bbb-4947-9052-a456bd38dc38" providerId="ADAL" clId="{0E09A0BC-DCD0-1549-8A9B-3643016F8582}" dt="2021-12-18T15:51:57.780" v="1537" actId="20577"/>
          <ac:spMkLst>
            <pc:docMk/>
            <pc:sldMk cId="1748950333" sldId="264"/>
            <ac:spMk id="44" creationId="{8C140790-90F8-604D-A98A-563A64D50A8D}"/>
          </ac:spMkLst>
        </pc:spChg>
        <pc:spChg chg="add mod modCrop">
          <ac:chgData name="GOE11 Mardinli Munir" userId="39d96dbc-3bbb-4947-9052-a456bd38dc38" providerId="ADAL" clId="{0E09A0BC-DCD0-1549-8A9B-3643016F8582}" dt="2021-12-18T15:31:09.398" v="1316" actId="18653"/>
          <ac:spMkLst>
            <pc:docMk/>
            <pc:sldMk cId="1748950333" sldId="264"/>
            <ac:spMk id="47" creationId="{C1082314-9896-2E45-9A03-5F66293B5E5D}"/>
          </ac:spMkLst>
        </pc:spChg>
        <pc:spChg chg="add del mod">
          <ac:chgData name="GOE11 Mardinli Munir" userId="39d96dbc-3bbb-4947-9052-a456bd38dc38" providerId="ADAL" clId="{0E09A0BC-DCD0-1549-8A9B-3643016F8582}" dt="2021-12-18T15:35:09.815" v="1355" actId="478"/>
          <ac:spMkLst>
            <pc:docMk/>
            <pc:sldMk cId="1748950333" sldId="264"/>
            <ac:spMk id="62" creationId="{FFD88BE4-77B6-014B-8A5E-62324FA5F177}"/>
          </ac:spMkLst>
        </pc:spChg>
        <pc:spChg chg="add mod">
          <ac:chgData name="GOE11 Mardinli Munir" userId="39d96dbc-3bbb-4947-9052-a456bd38dc38" providerId="ADAL" clId="{0E09A0BC-DCD0-1549-8A9B-3643016F8582}" dt="2021-12-18T15:43:38.326" v="1518" actId="1076"/>
          <ac:spMkLst>
            <pc:docMk/>
            <pc:sldMk cId="1748950333" sldId="264"/>
            <ac:spMk id="63" creationId="{78AA6C70-117A-DF4B-846A-4FB5CF7BE8A7}"/>
          </ac:spMkLst>
        </pc:spChg>
        <pc:spChg chg="add del mod">
          <ac:chgData name="GOE11 Mardinli Munir" userId="39d96dbc-3bbb-4947-9052-a456bd38dc38" providerId="ADAL" clId="{0E09A0BC-DCD0-1549-8A9B-3643016F8582}" dt="2021-12-18T15:35:31.948" v="1364"/>
          <ac:spMkLst>
            <pc:docMk/>
            <pc:sldMk cId="1748950333" sldId="264"/>
            <ac:spMk id="67" creationId="{223137AC-0029-B642-B3AA-100C385003E2}"/>
          </ac:spMkLst>
        </pc:spChg>
        <pc:spChg chg="add mod">
          <ac:chgData name="GOE11 Mardinli Munir" userId="39d96dbc-3bbb-4947-9052-a456bd38dc38" providerId="ADAL" clId="{0E09A0BC-DCD0-1549-8A9B-3643016F8582}" dt="2021-12-18T15:43:09.092" v="1511" actId="18653"/>
          <ac:spMkLst>
            <pc:docMk/>
            <pc:sldMk cId="1748950333" sldId="264"/>
            <ac:spMk id="71" creationId="{C40047E5-16A7-AC48-865E-81626BA76418}"/>
          </ac:spMkLst>
        </pc:spChg>
        <pc:grpChg chg="add mod topLvl">
          <ac:chgData name="GOE11 Mardinli Munir" userId="39d96dbc-3bbb-4947-9052-a456bd38dc38" providerId="ADAL" clId="{0E09A0BC-DCD0-1549-8A9B-3643016F8582}" dt="2021-12-18T15:54:04.701" v="1566" actId="1076"/>
          <ac:grpSpMkLst>
            <pc:docMk/>
            <pc:sldMk cId="1748950333" sldId="264"/>
            <ac:grpSpMk id="15" creationId="{4DFBF317-A3AC-A343-8A09-DA293D927399}"/>
          </ac:grpSpMkLst>
        </pc:grpChg>
        <pc:grpChg chg="add del mod">
          <ac:chgData name="GOE11 Mardinli Munir" userId="39d96dbc-3bbb-4947-9052-a456bd38dc38" providerId="ADAL" clId="{0E09A0BC-DCD0-1549-8A9B-3643016F8582}" dt="2021-12-18T15:10:29.129" v="1134" actId="165"/>
          <ac:grpSpMkLst>
            <pc:docMk/>
            <pc:sldMk cId="1748950333" sldId="264"/>
            <ac:grpSpMk id="25" creationId="{50E3ACF4-1B94-4342-A8F2-3AD7F44A54BE}"/>
          </ac:grpSpMkLst>
        </pc:grpChg>
        <pc:grpChg chg="add del mod">
          <ac:chgData name="GOE11 Mardinli Munir" userId="39d96dbc-3bbb-4947-9052-a456bd38dc38" providerId="ADAL" clId="{0E09A0BC-DCD0-1549-8A9B-3643016F8582}" dt="2021-12-18T15:12:27.739" v="1143" actId="165"/>
          <ac:grpSpMkLst>
            <pc:docMk/>
            <pc:sldMk cId="1748950333" sldId="264"/>
            <ac:grpSpMk id="26" creationId="{551EF8C6-63E7-7347-8CD0-5DD7A18FA186}"/>
          </ac:grpSpMkLst>
        </pc:grpChg>
        <pc:grpChg chg="add mod">
          <ac:chgData name="GOE11 Mardinli Munir" userId="39d96dbc-3bbb-4947-9052-a456bd38dc38" providerId="ADAL" clId="{0E09A0BC-DCD0-1549-8A9B-3643016F8582}" dt="2021-12-18T15:54:04.701" v="1566" actId="1076"/>
          <ac:grpSpMkLst>
            <pc:docMk/>
            <pc:sldMk cId="1748950333" sldId="264"/>
            <ac:grpSpMk id="27" creationId="{CEF2E7C2-EA7C-9F48-A3B8-0418D62F6C51}"/>
          </ac:grpSpMkLst>
        </pc:grpChg>
        <pc:grpChg chg="add mod">
          <ac:chgData name="GOE11 Mardinli Munir" userId="39d96dbc-3bbb-4947-9052-a456bd38dc38" providerId="ADAL" clId="{0E09A0BC-DCD0-1549-8A9B-3643016F8582}" dt="2021-12-19T09:49:38.129" v="2172" actId="1076"/>
          <ac:grpSpMkLst>
            <pc:docMk/>
            <pc:sldMk cId="1748950333" sldId="264"/>
            <ac:grpSpMk id="29" creationId="{49239FFF-36A5-9A47-A92E-B43514B32079}"/>
          </ac:grpSpMkLst>
        </pc:grpChg>
        <pc:grpChg chg="add mod">
          <ac:chgData name="GOE11 Mardinli Munir" userId="39d96dbc-3bbb-4947-9052-a456bd38dc38" providerId="ADAL" clId="{0E09A0BC-DCD0-1549-8A9B-3643016F8582}" dt="2021-12-18T15:54:04.701" v="1566" actId="1076"/>
          <ac:grpSpMkLst>
            <pc:docMk/>
            <pc:sldMk cId="1748950333" sldId="264"/>
            <ac:grpSpMk id="30" creationId="{A78B647A-8B19-FF40-A2F3-7C45B6B02AF5}"/>
          </ac:grpSpMkLst>
        </pc:grpChg>
        <pc:grpChg chg="add mod">
          <ac:chgData name="GOE11 Mardinli Munir" userId="39d96dbc-3bbb-4947-9052-a456bd38dc38" providerId="ADAL" clId="{0E09A0BC-DCD0-1549-8A9B-3643016F8582}" dt="2021-12-19T09:55:38.652" v="2233" actId="1076"/>
          <ac:grpSpMkLst>
            <pc:docMk/>
            <pc:sldMk cId="1748950333" sldId="264"/>
            <ac:grpSpMk id="36" creationId="{E0729465-51B5-5442-A99E-2B6D2C6034BD}"/>
          </ac:grpSpMkLst>
        </pc:grpChg>
        <pc:grpChg chg="add mod">
          <ac:chgData name="GOE11 Mardinli Munir" userId="39d96dbc-3bbb-4947-9052-a456bd38dc38" providerId="ADAL" clId="{0E09A0BC-DCD0-1549-8A9B-3643016F8582}" dt="2021-12-18T15:54:04.701" v="1566" actId="1076"/>
          <ac:grpSpMkLst>
            <pc:docMk/>
            <pc:sldMk cId="1748950333" sldId="264"/>
            <ac:grpSpMk id="81" creationId="{669D407C-75A2-C34C-A592-7D33DF8E2DBF}"/>
          </ac:grpSpMkLst>
        </pc:grpChg>
        <pc:grpChg chg="add mod">
          <ac:chgData name="GOE11 Mardinli Munir" userId="39d96dbc-3bbb-4947-9052-a456bd38dc38" providerId="ADAL" clId="{0E09A0BC-DCD0-1549-8A9B-3643016F8582}" dt="2021-12-18T15:54:04.701" v="1566" actId="1076"/>
          <ac:grpSpMkLst>
            <pc:docMk/>
            <pc:sldMk cId="1748950333" sldId="264"/>
            <ac:grpSpMk id="82" creationId="{E0469B0A-1D17-F14F-AE22-D85652D81064}"/>
          </ac:grpSpMkLst>
        </pc:grpChg>
        <pc:grpChg chg="add mod">
          <ac:chgData name="GOE11 Mardinli Munir" userId="39d96dbc-3bbb-4947-9052-a456bd38dc38" providerId="ADAL" clId="{0E09A0BC-DCD0-1549-8A9B-3643016F8582}" dt="2021-12-18T15:54:04.701" v="1566" actId="1076"/>
          <ac:grpSpMkLst>
            <pc:docMk/>
            <pc:sldMk cId="1748950333" sldId="264"/>
            <ac:grpSpMk id="83" creationId="{183C165A-EC59-2849-B703-D3A44049D1C7}"/>
          </ac:grpSpMkLst>
        </pc:grpChg>
        <pc:grpChg chg="add mod">
          <ac:chgData name="GOE11 Mardinli Munir" userId="39d96dbc-3bbb-4947-9052-a456bd38dc38" providerId="ADAL" clId="{0E09A0BC-DCD0-1549-8A9B-3643016F8582}" dt="2021-12-18T15:54:04.701" v="1566" actId="1076"/>
          <ac:grpSpMkLst>
            <pc:docMk/>
            <pc:sldMk cId="1748950333" sldId="264"/>
            <ac:grpSpMk id="84" creationId="{C68322D0-50A8-C94B-BAC4-DE5D0EFD01B9}"/>
          </ac:grpSpMkLst>
        </pc:grpChg>
        <pc:grpChg chg="add mod">
          <ac:chgData name="GOE11 Mardinli Munir" userId="39d96dbc-3bbb-4947-9052-a456bd38dc38" providerId="ADAL" clId="{0E09A0BC-DCD0-1549-8A9B-3643016F8582}" dt="2021-12-18T15:54:04.701" v="1566" actId="1076"/>
          <ac:grpSpMkLst>
            <pc:docMk/>
            <pc:sldMk cId="1748950333" sldId="264"/>
            <ac:grpSpMk id="85" creationId="{AA0509EE-157A-A64E-A1CB-16C74416B8B1}"/>
          </ac:grpSpMkLst>
        </pc:grpChg>
        <pc:picChg chg="add mod ord modCrop">
          <ac:chgData name="GOE11 Mardinli Munir" userId="39d96dbc-3bbb-4947-9052-a456bd38dc38" providerId="ADAL" clId="{0E09A0BC-DCD0-1549-8A9B-3643016F8582}" dt="2021-12-18T14:59:46.600" v="902" actId="18653"/>
          <ac:picMkLst>
            <pc:docMk/>
            <pc:sldMk cId="1748950333" sldId="264"/>
            <ac:picMk id="6" creationId="{46A723EB-BE79-1345-BDEF-7F1275ED64BE}"/>
          </ac:picMkLst>
        </pc:picChg>
        <pc:picChg chg="add del mod">
          <ac:chgData name="GOE11 Mardinli Munir" userId="39d96dbc-3bbb-4947-9052-a456bd38dc38" providerId="ADAL" clId="{0E09A0BC-DCD0-1549-8A9B-3643016F8582}" dt="2021-12-19T09:57:02.498" v="2255" actId="478"/>
          <ac:picMkLst>
            <pc:docMk/>
            <pc:sldMk cId="1748950333" sldId="264"/>
            <ac:picMk id="7" creationId="{BC06A88A-45CE-C54D-834B-E6D6F31C6A7F}"/>
          </ac:picMkLst>
        </pc:picChg>
        <pc:picChg chg="add del mod">
          <ac:chgData name="GOE11 Mardinli Munir" userId="39d96dbc-3bbb-4947-9052-a456bd38dc38" providerId="ADAL" clId="{0E09A0BC-DCD0-1549-8A9B-3643016F8582}" dt="2021-12-18T15:40:35.662" v="1476" actId="478"/>
          <ac:picMkLst>
            <pc:docMk/>
            <pc:sldMk cId="1748950333" sldId="264"/>
            <ac:picMk id="69" creationId="{90FAA7FB-2A76-9C43-B830-90046EB6D3E4}"/>
          </ac:picMkLst>
        </pc:picChg>
        <pc:picChg chg="add del mod">
          <ac:chgData name="GOE11 Mardinli Munir" userId="39d96dbc-3bbb-4947-9052-a456bd38dc38" providerId="ADAL" clId="{0E09A0BC-DCD0-1549-8A9B-3643016F8582}" dt="2021-12-18T15:43:11.780" v="1512" actId="478"/>
          <ac:picMkLst>
            <pc:docMk/>
            <pc:sldMk cId="1748950333" sldId="264"/>
            <ac:picMk id="70" creationId="{60EE3290-59A4-FB4C-83C3-B2EDDCC9826B}"/>
          </ac:picMkLst>
        </pc:picChg>
        <pc:cxnChg chg="add mod">
          <ac:chgData name="GOE11 Mardinli Munir" userId="39d96dbc-3bbb-4947-9052-a456bd38dc38" providerId="ADAL" clId="{0E09A0BC-DCD0-1549-8A9B-3643016F8582}" dt="2021-12-18T15:54:04.701" v="1566" actId="1076"/>
          <ac:cxnSpMkLst>
            <pc:docMk/>
            <pc:sldMk cId="1748950333" sldId="264"/>
            <ac:cxnSpMk id="10" creationId="{5CE34EA6-06B2-9D4D-8C1F-30CA1993DC11}"/>
          </ac:cxnSpMkLst>
        </pc:cxnChg>
        <pc:cxnChg chg="add mod topLvl">
          <ac:chgData name="GOE11 Mardinli Munir" userId="39d96dbc-3bbb-4947-9052-a456bd38dc38" providerId="ADAL" clId="{0E09A0BC-DCD0-1549-8A9B-3643016F8582}" dt="2021-12-18T15:54:04.701" v="1566" actId="1076"/>
          <ac:cxnSpMkLst>
            <pc:docMk/>
            <pc:sldMk cId="1748950333" sldId="264"/>
            <ac:cxnSpMk id="16" creationId="{900E9326-0C6D-8646-9C04-B7040B18DF7A}"/>
          </ac:cxnSpMkLst>
        </pc:cxnChg>
        <pc:cxnChg chg="add mod topLvl">
          <ac:chgData name="GOE11 Mardinli Munir" userId="39d96dbc-3bbb-4947-9052-a456bd38dc38" providerId="ADAL" clId="{0E09A0BC-DCD0-1549-8A9B-3643016F8582}" dt="2021-12-18T15:54:04.701" v="1566" actId="1076"/>
          <ac:cxnSpMkLst>
            <pc:docMk/>
            <pc:sldMk cId="1748950333" sldId="264"/>
            <ac:cxnSpMk id="21" creationId="{1D26C09C-0729-6B49-9796-17A8506EB9C3}"/>
          </ac:cxnSpMkLst>
        </pc:cxnChg>
        <pc:cxnChg chg="mod">
          <ac:chgData name="GOE11 Mardinli Munir" userId="39d96dbc-3bbb-4947-9052-a456bd38dc38" providerId="ADAL" clId="{0E09A0BC-DCD0-1549-8A9B-3643016F8582}" dt="2021-12-19T09:51:45.886" v="2203" actId="18131"/>
          <ac:cxnSpMkLst>
            <pc:docMk/>
            <pc:sldMk cId="1748950333" sldId="264"/>
            <ac:cxnSpMk id="32" creationId="{3CD0E88F-F52A-2648-ADA7-A7B190E792A5}"/>
          </ac:cxnSpMkLst>
        </pc:cxnChg>
        <pc:cxnChg chg="add mod">
          <ac:chgData name="GOE11 Mardinli Munir" userId="39d96dbc-3bbb-4947-9052-a456bd38dc38" providerId="ADAL" clId="{0E09A0BC-DCD0-1549-8A9B-3643016F8582}" dt="2021-12-18T15:54:04.701" v="1566" actId="1076"/>
          <ac:cxnSpMkLst>
            <pc:docMk/>
            <pc:sldMk cId="1748950333" sldId="264"/>
            <ac:cxnSpMk id="38" creationId="{5B27F783-A7E1-8C43-BD56-AE26AE6F654A}"/>
          </ac:cxnSpMkLst>
        </pc:cxnChg>
        <pc:cxnChg chg="mod">
          <ac:chgData name="GOE11 Mardinli Munir" userId="39d96dbc-3bbb-4947-9052-a456bd38dc38" providerId="ADAL" clId="{0E09A0BC-DCD0-1549-8A9B-3643016F8582}" dt="2021-12-19T09:56:56.519" v="2254" actId="14100"/>
          <ac:cxnSpMkLst>
            <pc:docMk/>
            <pc:sldMk cId="1748950333" sldId="264"/>
            <ac:cxnSpMk id="40" creationId="{4D1C1E56-098A-3045-8338-8E7F2A4A464B}"/>
          </ac:cxnSpMkLst>
        </pc:cxnChg>
        <pc:cxnChg chg="add mod">
          <ac:chgData name="GOE11 Mardinli Munir" userId="39d96dbc-3bbb-4947-9052-a456bd38dc38" providerId="ADAL" clId="{0E09A0BC-DCD0-1549-8A9B-3643016F8582}" dt="2021-12-18T15:54:04.701" v="1566" actId="1076"/>
          <ac:cxnSpMkLst>
            <pc:docMk/>
            <pc:sldMk cId="1748950333" sldId="264"/>
            <ac:cxnSpMk id="43" creationId="{F91DD0B8-61A0-F446-A125-8E5ECB012A41}"/>
          </ac:cxnSpMkLst>
        </pc:cxnChg>
        <pc:cxnChg chg="add mod">
          <ac:chgData name="GOE11 Mardinli Munir" userId="39d96dbc-3bbb-4947-9052-a456bd38dc38" providerId="ADAL" clId="{0E09A0BC-DCD0-1549-8A9B-3643016F8582}" dt="2021-12-18T15:54:04.701" v="1566" actId="1076"/>
          <ac:cxnSpMkLst>
            <pc:docMk/>
            <pc:sldMk cId="1748950333" sldId="264"/>
            <ac:cxnSpMk id="48" creationId="{558E431E-DEE0-D24A-B458-D4C653BAE263}"/>
          </ac:cxnSpMkLst>
        </pc:cxnChg>
        <pc:cxnChg chg="add mod">
          <ac:chgData name="GOE11 Mardinli Munir" userId="39d96dbc-3bbb-4947-9052-a456bd38dc38" providerId="ADAL" clId="{0E09A0BC-DCD0-1549-8A9B-3643016F8582}" dt="2021-12-18T15:54:04.701" v="1566" actId="1076"/>
          <ac:cxnSpMkLst>
            <pc:docMk/>
            <pc:sldMk cId="1748950333" sldId="264"/>
            <ac:cxnSpMk id="64" creationId="{638E4214-BB16-624F-9BAF-13883237AD75}"/>
          </ac:cxnSpMkLst>
        </pc:cxnChg>
        <pc:cxnChg chg="add mod">
          <ac:chgData name="GOE11 Mardinli Munir" userId="39d96dbc-3bbb-4947-9052-a456bd38dc38" providerId="ADAL" clId="{0E09A0BC-DCD0-1549-8A9B-3643016F8582}" dt="2021-12-18T15:54:04.701" v="1566" actId="1076"/>
          <ac:cxnSpMkLst>
            <pc:docMk/>
            <pc:sldMk cId="1748950333" sldId="264"/>
            <ac:cxnSpMk id="72" creationId="{07A0867C-DFF5-3546-9C2D-64BB307546F3}"/>
          </ac:cxnSpMkLst>
        </pc:cxnChg>
      </pc:sldChg>
      <pc:sldChg chg="addSp delSp modSp new mod delAnim modAnim">
        <pc:chgData name="GOE11 Mardinli Munir" userId="39d96dbc-3bbb-4947-9052-a456bd38dc38" providerId="ADAL" clId="{0E09A0BC-DCD0-1549-8A9B-3643016F8582}" dt="2021-12-18T21:22:00.846" v="2170" actId="18653"/>
        <pc:sldMkLst>
          <pc:docMk/>
          <pc:sldMk cId="2229960356" sldId="265"/>
        </pc:sldMkLst>
        <pc:spChg chg="mod">
          <ac:chgData name="GOE11 Mardinli Munir" userId="39d96dbc-3bbb-4947-9052-a456bd38dc38" providerId="ADAL" clId="{0E09A0BC-DCD0-1549-8A9B-3643016F8582}" dt="2021-12-18T16:09:21.782" v="1808" actId="20577"/>
          <ac:spMkLst>
            <pc:docMk/>
            <pc:sldMk cId="2229960356" sldId="265"/>
            <ac:spMk id="2" creationId="{8FB204AE-B964-C947-908B-1797F88464C7}"/>
          </ac:spMkLst>
        </pc:spChg>
        <pc:spChg chg="del">
          <ac:chgData name="GOE11 Mardinli Munir" userId="39d96dbc-3bbb-4947-9052-a456bd38dc38" providerId="ADAL" clId="{0E09A0BC-DCD0-1549-8A9B-3643016F8582}" dt="2021-12-18T16:07:41.906" v="1749" actId="931"/>
          <ac:spMkLst>
            <pc:docMk/>
            <pc:sldMk cId="2229960356" sldId="265"/>
            <ac:spMk id="3" creationId="{659D025D-3566-9D45-95B6-F6EDAE2C8C21}"/>
          </ac:spMkLst>
        </pc:spChg>
        <pc:spChg chg="del">
          <ac:chgData name="GOE11 Mardinli Munir" userId="39d96dbc-3bbb-4947-9052-a456bd38dc38" providerId="ADAL" clId="{0E09A0BC-DCD0-1549-8A9B-3643016F8582}" dt="2021-12-18T20:13:56.915" v="2161" actId="931"/>
          <ac:spMkLst>
            <pc:docMk/>
            <pc:sldMk cId="2229960356" sldId="265"/>
            <ac:spMk id="4" creationId="{D8BE9E90-5D2C-184C-AE9E-DA0B630A36C1}"/>
          </ac:spMkLst>
        </pc:spChg>
        <pc:spChg chg="add del mod">
          <ac:chgData name="GOE11 Mardinli Munir" userId="39d96dbc-3bbb-4947-9052-a456bd38dc38" providerId="ADAL" clId="{0E09A0BC-DCD0-1549-8A9B-3643016F8582}" dt="2021-12-18T20:17:34.845" v="2164" actId="931"/>
          <ac:spMkLst>
            <pc:docMk/>
            <pc:sldMk cId="2229960356" sldId="265"/>
            <ac:spMk id="8" creationId="{6F848F7C-B0D4-1541-85A1-AD25D0A5892F}"/>
          </ac:spMkLst>
        </pc:spChg>
        <pc:spChg chg="add del mod">
          <ac:chgData name="GOE11 Mardinli Munir" userId="39d96dbc-3bbb-4947-9052-a456bd38dc38" providerId="ADAL" clId="{0E09A0BC-DCD0-1549-8A9B-3643016F8582}" dt="2021-12-18T21:21:57.470" v="2169" actId="931"/>
          <ac:spMkLst>
            <pc:docMk/>
            <pc:sldMk cId="2229960356" sldId="265"/>
            <ac:spMk id="12" creationId="{DEB43FB6-4F86-3742-97C4-D462B7CA6403}"/>
          </ac:spMkLst>
        </pc:spChg>
        <pc:picChg chg="add del mod">
          <ac:chgData name="GOE11 Mardinli Munir" userId="39d96dbc-3bbb-4947-9052-a456bd38dc38" providerId="ADAL" clId="{0E09A0BC-DCD0-1549-8A9B-3643016F8582}" dt="2021-12-18T20:17:23.342" v="2163" actId="478"/>
          <ac:picMkLst>
            <pc:docMk/>
            <pc:sldMk cId="2229960356" sldId="265"/>
            <ac:picMk id="5" creationId="{581A80C9-F8B8-9A4E-81B0-4FB0B3D64988}"/>
          </ac:picMkLst>
        </pc:picChg>
        <pc:picChg chg="add mod">
          <ac:chgData name="GOE11 Mardinli Munir" userId="39d96dbc-3bbb-4947-9052-a456bd38dc38" providerId="ADAL" clId="{0E09A0BC-DCD0-1549-8A9B-3643016F8582}" dt="2021-12-18T16:09:38.742" v="1810"/>
          <ac:picMkLst>
            <pc:docMk/>
            <pc:sldMk cId="2229960356" sldId="265"/>
            <ac:picMk id="6" creationId="{536C8221-D8A2-4645-A3AD-71E43E0DC90B}"/>
          </ac:picMkLst>
        </pc:picChg>
        <pc:picChg chg="add del mod">
          <ac:chgData name="GOE11 Mardinli Munir" userId="39d96dbc-3bbb-4947-9052-a456bd38dc38" providerId="ADAL" clId="{0E09A0BC-DCD0-1549-8A9B-3643016F8582}" dt="2021-12-18T21:21:20.863" v="2168" actId="478"/>
          <ac:picMkLst>
            <pc:docMk/>
            <pc:sldMk cId="2229960356" sldId="265"/>
            <ac:picMk id="10" creationId="{B66344B1-EC91-394C-A1F1-44AA8DCE97E5}"/>
          </ac:picMkLst>
        </pc:picChg>
        <pc:picChg chg="add mod">
          <ac:chgData name="GOE11 Mardinli Munir" userId="39d96dbc-3bbb-4947-9052-a456bd38dc38" providerId="ADAL" clId="{0E09A0BC-DCD0-1549-8A9B-3643016F8582}" dt="2021-12-18T21:22:00.846" v="2170" actId="18653"/>
          <ac:picMkLst>
            <pc:docMk/>
            <pc:sldMk cId="2229960356" sldId="265"/>
            <ac:picMk id="14" creationId="{9ED6B380-62D1-C14E-B2FF-F1D6B0CD240F}"/>
          </ac:picMkLst>
        </pc:picChg>
      </pc:sldChg>
      <pc:sldChg chg="addSp delSp modSp new mod modClrScheme chgLayout">
        <pc:chgData name="GOE11 Mardinli Munir" userId="39d96dbc-3bbb-4947-9052-a456bd38dc38" providerId="ADAL" clId="{0E09A0BC-DCD0-1549-8A9B-3643016F8582}" dt="2021-12-19T10:00:34.790" v="2332" actId="20577"/>
        <pc:sldMkLst>
          <pc:docMk/>
          <pc:sldMk cId="2649711435" sldId="266"/>
        </pc:sldMkLst>
        <pc:spChg chg="mod ord">
          <ac:chgData name="GOE11 Mardinli Munir" userId="39d96dbc-3bbb-4947-9052-a456bd38dc38" providerId="ADAL" clId="{0E09A0BC-DCD0-1549-8A9B-3643016F8582}" dt="2021-12-19T09:59:27.606" v="2266" actId="700"/>
          <ac:spMkLst>
            <pc:docMk/>
            <pc:sldMk cId="2649711435" sldId="266"/>
            <ac:spMk id="2" creationId="{C2D36CC2-0678-2C41-9F22-93FF6D8687BA}"/>
          </ac:spMkLst>
        </pc:spChg>
        <pc:spChg chg="add del mod">
          <ac:chgData name="GOE11 Mardinli Munir" userId="39d96dbc-3bbb-4947-9052-a456bd38dc38" providerId="ADAL" clId="{0E09A0BC-DCD0-1549-8A9B-3643016F8582}" dt="2021-12-19T09:59:24.603" v="2263"/>
          <ac:spMkLst>
            <pc:docMk/>
            <pc:sldMk cId="2649711435" sldId="266"/>
            <ac:spMk id="3" creationId="{AF957277-3052-6F4F-B580-CB0A064A8388}"/>
          </ac:spMkLst>
        </pc:spChg>
        <pc:spChg chg="del">
          <ac:chgData name="GOE11 Mardinli Munir" userId="39d96dbc-3bbb-4947-9052-a456bd38dc38" providerId="ADAL" clId="{0E09A0BC-DCD0-1549-8A9B-3643016F8582}" dt="2021-12-18T16:26:43.951" v="2029" actId="931"/>
          <ac:spMkLst>
            <pc:docMk/>
            <pc:sldMk cId="2649711435" sldId="266"/>
            <ac:spMk id="3" creationId="{E777A970-BE56-FA4E-A238-1CF5CA560AEA}"/>
          </ac:spMkLst>
        </pc:spChg>
        <pc:spChg chg="del">
          <ac:chgData name="GOE11 Mardinli Munir" userId="39d96dbc-3bbb-4947-9052-a456bd38dc38" providerId="ADAL" clId="{0E09A0BC-DCD0-1549-8A9B-3643016F8582}" dt="2021-12-18T16:25:02.168" v="2028" actId="478"/>
          <ac:spMkLst>
            <pc:docMk/>
            <pc:sldMk cId="2649711435" sldId="266"/>
            <ac:spMk id="4" creationId="{0B5B497F-D816-E04F-87D5-B3925894ED03}"/>
          </ac:spMkLst>
        </pc:spChg>
        <pc:spChg chg="add del mod">
          <ac:chgData name="GOE11 Mardinli Munir" userId="39d96dbc-3bbb-4947-9052-a456bd38dc38" providerId="ADAL" clId="{0E09A0BC-DCD0-1549-8A9B-3643016F8582}" dt="2021-12-19T09:59:24.611" v="2265"/>
          <ac:spMkLst>
            <pc:docMk/>
            <pc:sldMk cId="2649711435" sldId="266"/>
            <ac:spMk id="4" creationId="{85026E50-129C-164B-BDD3-FAC11103DB12}"/>
          </ac:spMkLst>
        </pc:spChg>
        <pc:spChg chg="add mod ord">
          <ac:chgData name="GOE11 Mardinli Munir" userId="39d96dbc-3bbb-4947-9052-a456bd38dc38" providerId="ADAL" clId="{0E09A0BC-DCD0-1549-8A9B-3643016F8582}" dt="2021-12-19T10:00:34.790" v="2332" actId="20577"/>
          <ac:spMkLst>
            <pc:docMk/>
            <pc:sldMk cId="2649711435" sldId="266"/>
            <ac:spMk id="5" creationId="{B7C203D9-B4F2-8440-8A48-4B5D1D2672E9}"/>
          </ac:spMkLst>
        </pc:spChg>
        <pc:picChg chg="add mod ord modCrop">
          <ac:chgData name="GOE11 Mardinli Munir" userId="39d96dbc-3bbb-4947-9052-a456bd38dc38" providerId="ADAL" clId="{0E09A0BC-DCD0-1549-8A9B-3643016F8582}" dt="2021-12-19T09:59:34.830" v="2267" actId="18653"/>
          <ac:picMkLst>
            <pc:docMk/>
            <pc:sldMk cId="2649711435" sldId="266"/>
            <ac:picMk id="6" creationId="{F2C1A695-DFF4-964A-A442-1C55730DB806}"/>
          </ac:picMkLst>
        </pc:picChg>
      </pc:sldChg>
      <pc:sldChg chg="addSp delSp modSp new mod modClrScheme modAnim chgLayout">
        <pc:chgData name="GOE11 Mardinli Munir" userId="39d96dbc-3bbb-4947-9052-a456bd38dc38" providerId="ADAL" clId="{0E09A0BC-DCD0-1549-8A9B-3643016F8582}" dt="2021-12-18T20:13:14.348" v="2160"/>
        <pc:sldMkLst>
          <pc:docMk/>
          <pc:sldMk cId="4274325443" sldId="267"/>
        </pc:sldMkLst>
        <pc:spChg chg="mod ord">
          <ac:chgData name="GOE11 Mardinli Munir" userId="39d96dbc-3bbb-4947-9052-a456bd38dc38" providerId="ADAL" clId="{0E09A0BC-DCD0-1549-8A9B-3643016F8582}" dt="2021-12-18T16:28:45.911" v="2095" actId="700"/>
          <ac:spMkLst>
            <pc:docMk/>
            <pc:sldMk cId="4274325443" sldId="267"/>
            <ac:spMk id="2" creationId="{3179BD56-27EA-FC4D-AECF-2546343AD637}"/>
          </ac:spMkLst>
        </pc:spChg>
        <pc:spChg chg="del mod ord">
          <ac:chgData name="GOE11 Mardinli Munir" userId="39d96dbc-3bbb-4947-9052-a456bd38dc38" providerId="ADAL" clId="{0E09A0BC-DCD0-1549-8A9B-3643016F8582}" dt="2021-12-18T16:28:45.911" v="2095" actId="700"/>
          <ac:spMkLst>
            <pc:docMk/>
            <pc:sldMk cId="4274325443" sldId="267"/>
            <ac:spMk id="3" creationId="{94B81D64-4207-BD44-B03B-7CB49D2444AE}"/>
          </ac:spMkLst>
        </pc:spChg>
        <pc:spChg chg="del">
          <ac:chgData name="GOE11 Mardinli Munir" userId="39d96dbc-3bbb-4947-9052-a456bd38dc38" providerId="ADAL" clId="{0E09A0BC-DCD0-1549-8A9B-3643016F8582}" dt="2021-12-18T16:28:45.911" v="2095" actId="700"/>
          <ac:spMkLst>
            <pc:docMk/>
            <pc:sldMk cId="4274325443" sldId="267"/>
            <ac:spMk id="4" creationId="{297BCBAD-D242-8F4C-9405-4EC9284B130B}"/>
          </ac:spMkLst>
        </pc:spChg>
        <pc:spChg chg="add del mod ord">
          <ac:chgData name="GOE11 Mardinli Munir" userId="39d96dbc-3bbb-4947-9052-a456bd38dc38" providerId="ADAL" clId="{0E09A0BC-DCD0-1549-8A9B-3643016F8582}" dt="2021-12-18T16:30:26.641" v="2157" actId="931"/>
          <ac:spMkLst>
            <pc:docMk/>
            <pc:sldMk cId="4274325443" sldId="267"/>
            <ac:spMk id="5" creationId="{B034D3ED-276B-4841-9AB4-0F9877B8BF4A}"/>
          </ac:spMkLst>
        </pc:spChg>
        <pc:spChg chg="add mod ord">
          <ac:chgData name="GOE11 Mardinli Munir" userId="39d96dbc-3bbb-4947-9052-a456bd38dc38" providerId="ADAL" clId="{0E09A0BC-DCD0-1549-8A9B-3643016F8582}" dt="2021-12-18T16:30:18.033" v="2156" actId="20577"/>
          <ac:spMkLst>
            <pc:docMk/>
            <pc:sldMk cId="4274325443" sldId="267"/>
            <ac:spMk id="6" creationId="{895B910B-03FA-3D4B-8168-16F1E1AB1E87}"/>
          </ac:spMkLst>
        </pc:spChg>
        <pc:picChg chg="add mod">
          <ac:chgData name="GOE11 Mardinli Munir" userId="39d96dbc-3bbb-4947-9052-a456bd38dc38" providerId="ADAL" clId="{0E09A0BC-DCD0-1549-8A9B-3643016F8582}" dt="2021-12-18T16:30:28.148" v="2159" actId="962"/>
          <ac:picMkLst>
            <pc:docMk/>
            <pc:sldMk cId="4274325443" sldId="267"/>
            <ac:picMk id="8" creationId="{CFBF76C4-6F98-E14A-A709-BAD2643A9FE8}"/>
          </ac:picMkLst>
        </pc:picChg>
      </pc:sldChg>
      <pc:sldMasterChg chg="modSp addSldLayout modSldLayout">
        <pc:chgData name="GOE11 Mardinli Munir" userId="39d96dbc-3bbb-4947-9052-a456bd38dc38" providerId="ADAL" clId="{0E09A0BC-DCD0-1549-8A9B-3643016F8582}" dt="2021-12-18T16:05:29.603" v="1720" actId="122"/>
        <pc:sldMasterMkLst>
          <pc:docMk/>
          <pc:sldMasterMk cId="2427262" sldId="2147483648"/>
        </pc:sldMasterMkLst>
        <pc:spChg chg="mod">
          <ac:chgData name="GOE11 Mardinli Munir" userId="39d96dbc-3bbb-4947-9052-a456bd38dc38" providerId="ADAL" clId="{0E09A0BC-DCD0-1549-8A9B-3643016F8582}" dt="2021-12-18T16:04:58.162" v="1718" actId="120"/>
          <ac:spMkLst>
            <pc:docMk/>
            <pc:sldMasterMk cId="2427262" sldId="2147483648"/>
            <ac:spMk id="2" creationId="{EE48B432-3700-144E-B59E-A271FA7FC883}"/>
          </ac:spMkLst>
        </pc:spChg>
        <pc:sldLayoutChg chg="addSp delSp modSp mod">
          <pc:chgData name="GOE11 Mardinli Munir" userId="39d96dbc-3bbb-4947-9052-a456bd38dc38" providerId="ADAL" clId="{0E09A0BC-DCD0-1549-8A9B-3643016F8582}" dt="2021-12-18T16:05:29.603" v="1720" actId="122"/>
          <pc:sldLayoutMkLst>
            <pc:docMk/>
            <pc:sldMasterMk cId="2427262" sldId="2147483648"/>
            <pc:sldLayoutMk cId="3378643984" sldId="2147483649"/>
          </pc:sldLayoutMkLst>
          <pc:spChg chg="mod">
            <ac:chgData name="GOE11 Mardinli Munir" userId="39d96dbc-3bbb-4947-9052-a456bd38dc38" providerId="ADAL" clId="{0E09A0BC-DCD0-1549-8A9B-3643016F8582}" dt="2021-12-18T16:05:29.603" v="1720" actId="122"/>
            <ac:spMkLst>
              <pc:docMk/>
              <pc:sldMasterMk cId="2427262" sldId="2147483648"/>
              <pc:sldLayoutMk cId="3378643984" sldId="2147483649"/>
              <ac:spMk id="2" creationId="{A2BC3CE8-5075-CC46-8F27-01A7D9B358D4}"/>
            </ac:spMkLst>
          </pc:spChg>
          <pc:spChg chg="mod">
            <ac:chgData name="GOE11 Mardinli Munir" userId="39d96dbc-3bbb-4947-9052-a456bd38dc38" providerId="ADAL" clId="{0E09A0BC-DCD0-1549-8A9B-3643016F8582}" dt="2021-12-18T14:52:57.661" v="825" actId="207"/>
            <ac:spMkLst>
              <pc:docMk/>
              <pc:sldMasterMk cId="2427262" sldId="2147483648"/>
              <pc:sldLayoutMk cId="3378643984" sldId="2147483649"/>
              <ac:spMk id="3" creationId="{BF43F720-BC24-3C49-A4DE-18A499B04077}"/>
            </ac:spMkLst>
          </pc:spChg>
          <pc:spChg chg="add del mod">
            <ac:chgData name="GOE11 Mardinli Munir" userId="39d96dbc-3bbb-4947-9052-a456bd38dc38" providerId="ADAL" clId="{0E09A0BC-DCD0-1549-8A9B-3643016F8582}" dt="2021-12-18T14:53:01.431" v="827"/>
            <ac:spMkLst>
              <pc:docMk/>
              <pc:sldMasterMk cId="2427262" sldId="2147483648"/>
              <pc:sldLayoutMk cId="3378643984" sldId="2147483649"/>
              <ac:spMk id="7" creationId="{68E4786B-A0E9-9348-8B2E-F7E0C56BB081}"/>
            </ac:spMkLst>
          </pc:spChg>
        </pc:sldLayoutChg>
        <pc:sldLayoutChg chg="addSp delSp modSp mod delAnim">
          <pc:chgData name="GOE11 Mardinli Munir" userId="39d96dbc-3bbb-4947-9052-a456bd38dc38" providerId="ADAL" clId="{0E09A0BC-DCD0-1549-8A9B-3643016F8582}" dt="2021-12-18T14:41:09.841" v="698" actId="478"/>
          <pc:sldLayoutMkLst>
            <pc:docMk/>
            <pc:sldMasterMk cId="2427262" sldId="2147483648"/>
            <pc:sldLayoutMk cId="123047900" sldId="2147483650"/>
          </pc:sldLayoutMkLst>
          <pc:spChg chg="del mod">
            <ac:chgData name="GOE11 Mardinli Munir" userId="39d96dbc-3bbb-4947-9052-a456bd38dc38" providerId="ADAL" clId="{0E09A0BC-DCD0-1549-8A9B-3643016F8582}" dt="2021-12-18T13:56:12.328" v="123" actId="478"/>
            <ac:spMkLst>
              <pc:docMk/>
              <pc:sldMasterMk cId="2427262" sldId="2147483648"/>
              <pc:sldLayoutMk cId="123047900" sldId="2147483650"/>
              <ac:spMk id="3" creationId="{D101D50B-F55C-A146-8E48-E178F226D2A0}"/>
            </ac:spMkLst>
          </pc:spChg>
          <pc:spChg chg="add del">
            <ac:chgData name="GOE11 Mardinli Munir" userId="39d96dbc-3bbb-4947-9052-a456bd38dc38" providerId="ADAL" clId="{0E09A0BC-DCD0-1549-8A9B-3643016F8582}" dt="2021-12-18T13:56:20.079" v="124" actId="11529"/>
            <ac:spMkLst>
              <pc:docMk/>
              <pc:sldMasterMk cId="2427262" sldId="2147483648"/>
              <pc:sldLayoutMk cId="123047900" sldId="2147483650"/>
              <ac:spMk id="7" creationId="{6F5E7D54-65A5-8C47-9C74-3D8A12FF7339}"/>
            </ac:spMkLst>
          </pc:spChg>
          <pc:spChg chg="add mod">
            <ac:chgData name="GOE11 Mardinli Munir" userId="39d96dbc-3bbb-4947-9052-a456bd38dc38" providerId="ADAL" clId="{0E09A0BC-DCD0-1549-8A9B-3643016F8582}" dt="2021-12-18T13:56:26.072" v="126" actId="14100"/>
            <ac:spMkLst>
              <pc:docMk/>
              <pc:sldMasterMk cId="2427262" sldId="2147483648"/>
              <pc:sldLayoutMk cId="123047900" sldId="2147483650"/>
              <ac:spMk id="8" creationId="{81D7B3A3-CEA2-1A48-9988-288D8062F30F}"/>
            </ac:spMkLst>
          </pc:spChg>
          <pc:spChg chg="add del">
            <ac:chgData name="GOE11 Mardinli Munir" userId="39d96dbc-3bbb-4947-9052-a456bd38dc38" providerId="ADAL" clId="{0E09A0BC-DCD0-1549-8A9B-3643016F8582}" dt="2021-12-18T14:41:03.492" v="697" actId="11529"/>
            <ac:spMkLst>
              <pc:docMk/>
              <pc:sldMasterMk cId="2427262" sldId="2147483648"/>
              <pc:sldLayoutMk cId="123047900" sldId="2147483650"/>
              <ac:spMk id="9" creationId="{019B5EFD-A65C-8B4A-B53F-77629D601AB5}"/>
            </ac:spMkLst>
          </pc:spChg>
          <pc:spChg chg="mod">
            <ac:chgData name="GOE11 Mardinli Munir" userId="39d96dbc-3bbb-4947-9052-a456bd38dc38" providerId="ADAL" clId="{0E09A0BC-DCD0-1549-8A9B-3643016F8582}" dt="2021-12-18T13:51:23.306" v="88" actId="1076"/>
            <ac:spMkLst>
              <pc:docMk/>
              <pc:sldMasterMk cId="2427262" sldId="2147483648"/>
              <pc:sldLayoutMk cId="123047900" sldId="2147483650"/>
              <ac:spMk id="10" creationId="{23FA1029-82E9-1649-A406-18FD7F6007AD}"/>
            </ac:spMkLst>
          </pc:spChg>
          <pc:spChg chg="add del mod">
            <ac:chgData name="GOE11 Mardinli Munir" userId="39d96dbc-3bbb-4947-9052-a456bd38dc38" providerId="ADAL" clId="{0E09A0BC-DCD0-1549-8A9B-3643016F8582}" dt="2021-12-18T14:41:09.841" v="698" actId="478"/>
            <ac:spMkLst>
              <pc:docMk/>
              <pc:sldMasterMk cId="2427262" sldId="2147483648"/>
              <pc:sldLayoutMk cId="123047900" sldId="2147483650"/>
              <ac:spMk id="11" creationId="{FA7A72F8-AA8D-114C-BE9B-40E5B50931A0}"/>
            </ac:spMkLst>
          </pc:spChg>
        </pc:sldLayoutChg>
        <pc:sldLayoutChg chg="addSp delSp modSp new mod modAnim">
          <pc:chgData name="GOE11 Mardinli Munir" userId="39d96dbc-3bbb-4947-9052-a456bd38dc38" providerId="ADAL" clId="{0E09A0BC-DCD0-1549-8A9B-3643016F8582}" dt="2021-12-18T14:49:54.365" v="797"/>
          <pc:sldLayoutMkLst>
            <pc:docMk/>
            <pc:sldMasterMk cId="2427262" sldId="2147483648"/>
            <pc:sldLayoutMk cId="1589093244" sldId="2147483655"/>
          </pc:sldLayoutMkLst>
          <pc:spChg chg="add mod">
            <ac:chgData name="GOE11 Mardinli Munir" userId="39d96dbc-3bbb-4947-9052-a456bd38dc38" providerId="ADAL" clId="{0E09A0BC-DCD0-1549-8A9B-3643016F8582}" dt="2021-12-18T14:41:13.513" v="699"/>
            <ac:spMkLst>
              <pc:docMk/>
              <pc:sldMasterMk cId="2427262" sldId="2147483648"/>
              <pc:sldLayoutMk cId="1589093244" sldId="2147483655"/>
              <ac:spMk id="6" creationId="{03560D73-ACC4-2448-86BB-BBFE72F664FB}"/>
            </ac:spMkLst>
          </pc:spChg>
          <pc:spChg chg="add del mod">
            <ac:chgData name="GOE11 Mardinli Munir" userId="39d96dbc-3bbb-4947-9052-a456bd38dc38" providerId="ADAL" clId="{0E09A0BC-DCD0-1549-8A9B-3643016F8582}" dt="2021-12-18T14:41:23.328" v="701" actId="478"/>
            <ac:spMkLst>
              <pc:docMk/>
              <pc:sldMasterMk cId="2427262" sldId="2147483648"/>
              <pc:sldLayoutMk cId="1589093244" sldId="2147483655"/>
              <ac:spMk id="7" creationId="{95FB6F56-1E8D-3244-B1DD-3DD38A2D75F6}"/>
            </ac:spMkLst>
          </pc:spChg>
          <pc:spChg chg="add del">
            <ac:chgData name="GOE11 Mardinli Munir" userId="39d96dbc-3bbb-4947-9052-a456bd38dc38" providerId="ADAL" clId="{0E09A0BC-DCD0-1549-8A9B-3643016F8582}" dt="2021-12-18T14:41:32.689" v="702" actId="11529"/>
            <ac:spMkLst>
              <pc:docMk/>
              <pc:sldMasterMk cId="2427262" sldId="2147483648"/>
              <pc:sldLayoutMk cId="1589093244" sldId="2147483655"/>
              <ac:spMk id="8" creationId="{DDD6A90A-4FAB-2C43-83CF-E2855E0CEB83}"/>
            </ac:spMkLst>
          </pc:spChg>
          <pc:spChg chg="add mod">
            <ac:chgData name="GOE11 Mardinli Munir" userId="39d96dbc-3bbb-4947-9052-a456bd38dc38" providerId="ADAL" clId="{0E09A0BC-DCD0-1549-8A9B-3643016F8582}" dt="2021-12-18T14:41:45.807" v="714" actId="20577"/>
            <ac:spMkLst>
              <pc:docMk/>
              <pc:sldMasterMk cId="2427262" sldId="2147483648"/>
              <pc:sldLayoutMk cId="1589093244" sldId="2147483655"/>
              <ac:spMk id="9" creationId="{487FFBAC-1AC7-B74B-A175-D77CC803DD46}"/>
            </ac:spMkLst>
          </pc:spChg>
        </pc:sldLayoutChg>
      </pc:sldMasterChg>
    </pc:docChg>
  </pc:docChgLst>
</pc:chgInfo>
</file>

<file path=ppt/slideLayouts/_rels/slideLayout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bg>
      <p:bgPr>
        <a:blipFill dpi="0" rotWithShape="1">
          <a:blip r:embed="rId2">
            <a:alphaModFix amt="72443"/>
            <a:extLst>
              <a:ext uri="{BEBA8EAE-BF5A-486C-A8C5-ECC9F3942E4B}">
                <a14:imgProps xmlns:a14="http://schemas.microsoft.com/office/drawing/2010/main">
                  <a14:imgLayer r:embed="rId3">
                    <a14:imgEffect>
                      <a14:brightnessContrast bright="-40000" contrast="20000"/>
                    </a14:imgEffect>
                  </a14:imgLayer>
                </a14:imgProps>
              </a:ext>
            </a:extLst>
          </a:blip>
          <a:srcRect/>
          <a:stretch>
            <a:fillRect t="-15000" b="-15000"/>
          </a:stretch>
        </a:blip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2BC3CE8-5075-CC46-8F27-01A7D9B358D4}"/>
              </a:ext>
            </a:extLst>
          </p:cNvPr>
          <p:cNvSpPr>
            <a:spLocks noGrp="1"/>
          </p:cNvSpPr>
          <p:nvPr>
            <p:ph type="ctrTitle"/>
          </p:nvPr>
        </p:nvSpPr>
        <p:spPr>
          <a:xfrm>
            <a:off x="1524000" y="1122363"/>
            <a:ext cx="9144000" cy="2387600"/>
          </a:xfrm>
        </p:spPr>
        <p:txBody>
          <a:bodyPr anchor="b"/>
          <a:lstStyle>
            <a:lvl1pPr algn="ctr">
              <a:defRPr sz="6000"/>
            </a:lvl1pPr>
          </a:lstStyle>
          <a:p>
            <a:r>
              <a:rPr lang="de-DE" dirty="0"/>
              <a:t>Mastertitelformat bearbeiten</a:t>
            </a:r>
          </a:p>
        </p:txBody>
      </p:sp>
      <p:sp>
        <p:nvSpPr>
          <p:cNvPr id="3" name="Untertitel 2">
            <a:extLst>
              <a:ext uri="{FF2B5EF4-FFF2-40B4-BE49-F238E27FC236}">
                <a16:creationId xmlns:a16="http://schemas.microsoft.com/office/drawing/2014/main" id="{BF43F720-BC24-3C49-A4DE-18A499B04077}"/>
              </a:ext>
            </a:extLst>
          </p:cNvPr>
          <p:cNvSpPr>
            <a:spLocks noGrp="1"/>
          </p:cNvSpPr>
          <p:nvPr>
            <p:ph type="subTitle" idx="1"/>
          </p:nvPr>
        </p:nvSpPr>
        <p:spPr>
          <a:xfrm>
            <a:off x="1524000" y="3602038"/>
            <a:ext cx="9144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4" name="Datumsplatzhalter 3">
            <a:extLst>
              <a:ext uri="{FF2B5EF4-FFF2-40B4-BE49-F238E27FC236}">
                <a16:creationId xmlns:a16="http://schemas.microsoft.com/office/drawing/2014/main" id="{C8900106-3752-4348-8E73-5B2D33D94793}"/>
              </a:ext>
            </a:extLst>
          </p:cNvPr>
          <p:cNvSpPr>
            <a:spLocks noGrp="1"/>
          </p:cNvSpPr>
          <p:nvPr>
            <p:ph type="dt" sz="half" idx="10"/>
          </p:nvPr>
        </p:nvSpPr>
        <p:spPr/>
        <p:txBody>
          <a:bodyPr/>
          <a:lstStyle/>
          <a:p>
            <a:fld id="{C84ED35E-88B4-BE45-AA29-E667255162E2}" type="datetimeFigureOut">
              <a:rPr lang="de-DE" smtClean="0"/>
              <a:t>20.12.2021</a:t>
            </a:fld>
            <a:endParaRPr lang="de-DE"/>
          </a:p>
        </p:txBody>
      </p:sp>
      <p:sp>
        <p:nvSpPr>
          <p:cNvPr id="5" name="Fußzeilenplatzhalter 4">
            <a:extLst>
              <a:ext uri="{FF2B5EF4-FFF2-40B4-BE49-F238E27FC236}">
                <a16:creationId xmlns:a16="http://schemas.microsoft.com/office/drawing/2014/main" id="{D9F5A392-101F-AA4E-BADB-0A1CF15D95F7}"/>
              </a:ext>
            </a:extLst>
          </p:cNvPr>
          <p:cNvSpPr>
            <a:spLocks noGrp="1"/>
          </p:cNvSpPr>
          <p:nvPr>
            <p:ph type="ftr" sz="quarter" idx="11"/>
          </p:nvPr>
        </p:nvSpPr>
        <p:spPr/>
        <p:txBody>
          <a:bodyPr/>
          <a:lstStyle/>
          <a:p>
            <a:r>
              <a:rPr lang="de-DE" dirty="0" err="1"/>
              <a:t>Vulpes</a:t>
            </a:r>
            <a:r>
              <a:rPr lang="de-DE" dirty="0"/>
              <a:t> &amp; Time</a:t>
            </a:r>
          </a:p>
        </p:txBody>
      </p:sp>
      <p:sp>
        <p:nvSpPr>
          <p:cNvPr id="6" name="Foliennummernplatzhalter 5">
            <a:extLst>
              <a:ext uri="{FF2B5EF4-FFF2-40B4-BE49-F238E27FC236}">
                <a16:creationId xmlns:a16="http://schemas.microsoft.com/office/drawing/2014/main" id="{AA91BF86-D33E-084B-A21B-DD94F44F6AD7}"/>
              </a:ext>
            </a:extLst>
          </p:cNvPr>
          <p:cNvSpPr>
            <a:spLocks noGrp="1"/>
          </p:cNvSpPr>
          <p:nvPr>
            <p:ph type="sldNum" sz="quarter" idx="12"/>
          </p:nvPr>
        </p:nvSpPr>
        <p:spPr/>
        <p:txBody>
          <a:bodyPr/>
          <a:lstStyle/>
          <a:p>
            <a:fld id="{64A44DB9-973E-E947-BE0C-3070CA8561BB}" type="slidenum">
              <a:rPr lang="de-DE" smtClean="0"/>
              <a:t>‹Nr.›</a:t>
            </a:fld>
            <a:endParaRPr lang="de-DE"/>
          </a:p>
        </p:txBody>
      </p:sp>
    </p:spTree>
    <p:extLst>
      <p:ext uri="{BB962C8B-B14F-4D97-AF65-F5344CB8AC3E}">
        <p14:creationId xmlns:p14="http://schemas.microsoft.com/office/powerpoint/2010/main" val="33786439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Bild, Bi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0A14A8A-E049-5D4D-8EC3-7CE6D69E1707}"/>
              </a:ext>
            </a:extLst>
          </p:cNvPr>
          <p:cNvSpPr>
            <a:spLocks noGrp="1"/>
          </p:cNvSpPr>
          <p:nvPr>
            <p:ph type="title"/>
          </p:nvPr>
        </p:nvSpPr>
        <p:spPr/>
        <p:txBody>
          <a:bodyPr/>
          <a:lstStyle/>
          <a:p>
            <a:r>
              <a:rPr lang="de-DE" dirty="0"/>
              <a:t>Mastertitelformat bearbeiten</a:t>
            </a:r>
          </a:p>
        </p:txBody>
      </p:sp>
      <p:sp>
        <p:nvSpPr>
          <p:cNvPr id="4" name="Datumsplatzhalter 3">
            <a:extLst>
              <a:ext uri="{FF2B5EF4-FFF2-40B4-BE49-F238E27FC236}">
                <a16:creationId xmlns:a16="http://schemas.microsoft.com/office/drawing/2014/main" id="{02F2B33F-F26B-0B48-AA4F-9024AADC6EBC}"/>
              </a:ext>
            </a:extLst>
          </p:cNvPr>
          <p:cNvSpPr>
            <a:spLocks noGrp="1"/>
          </p:cNvSpPr>
          <p:nvPr>
            <p:ph type="dt" sz="half" idx="10"/>
          </p:nvPr>
        </p:nvSpPr>
        <p:spPr/>
        <p:txBody>
          <a:bodyPr/>
          <a:lstStyle/>
          <a:p>
            <a:fld id="{C84ED35E-88B4-BE45-AA29-E667255162E2}" type="datetimeFigureOut">
              <a:rPr lang="de-DE" smtClean="0"/>
              <a:t>20.12.2021</a:t>
            </a:fld>
            <a:endParaRPr lang="de-DE"/>
          </a:p>
        </p:txBody>
      </p:sp>
      <p:sp>
        <p:nvSpPr>
          <p:cNvPr id="5" name="Fußzeilenplatzhalter 4">
            <a:extLst>
              <a:ext uri="{FF2B5EF4-FFF2-40B4-BE49-F238E27FC236}">
                <a16:creationId xmlns:a16="http://schemas.microsoft.com/office/drawing/2014/main" id="{E806089D-79DC-2F4D-8631-CA5305D0D66D}"/>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F72A422E-5E1C-3E47-BFD6-D7CAD3683515}"/>
              </a:ext>
            </a:extLst>
          </p:cNvPr>
          <p:cNvSpPr>
            <a:spLocks noGrp="1"/>
          </p:cNvSpPr>
          <p:nvPr>
            <p:ph type="sldNum" sz="quarter" idx="12"/>
          </p:nvPr>
        </p:nvSpPr>
        <p:spPr/>
        <p:txBody>
          <a:bodyPr/>
          <a:lstStyle/>
          <a:p>
            <a:fld id="{64A44DB9-973E-E947-BE0C-3070CA8561BB}" type="slidenum">
              <a:rPr lang="de-DE" smtClean="0"/>
              <a:t>‹Nr.›</a:t>
            </a:fld>
            <a:endParaRPr lang="de-DE"/>
          </a:p>
        </p:txBody>
      </p:sp>
      <p:sp>
        <p:nvSpPr>
          <p:cNvPr id="10" name="Bildplatzhalter 9">
            <a:extLst>
              <a:ext uri="{FF2B5EF4-FFF2-40B4-BE49-F238E27FC236}">
                <a16:creationId xmlns:a16="http://schemas.microsoft.com/office/drawing/2014/main" id="{23FA1029-82E9-1649-A406-18FD7F6007AD}"/>
              </a:ext>
            </a:extLst>
          </p:cNvPr>
          <p:cNvSpPr>
            <a:spLocks noGrp="1"/>
          </p:cNvSpPr>
          <p:nvPr>
            <p:ph type="pic" sz="quarter" idx="13"/>
          </p:nvPr>
        </p:nvSpPr>
        <p:spPr>
          <a:xfrm>
            <a:off x="691055" y="1843471"/>
            <a:ext cx="2565400" cy="4351338"/>
          </a:xfrm>
        </p:spPr>
        <p:txBody>
          <a:bodyPr/>
          <a:lstStyle/>
          <a:p>
            <a:endParaRPr lang="de-DE" dirty="0"/>
          </a:p>
        </p:txBody>
      </p:sp>
      <p:sp>
        <p:nvSpPr>
          <p:cNvPr id="8" name="Bildplatzhalter 7">
            <a:extLst>
              <a:ext uri="{FF2B5EF4-FFF2-40B4-BE49-F238E27FC236}">
                <a16:creationId xmlns:a16="http://schemas.microsoft.com/office/drawing/2014/main" id="{81D7B3A3-CEA2-1A48-9988-288D8062F30F}"/>
              </a:ext>
            </a:extLst>
          </p:cNvPr>
          <p:cNvSpPr>
            <a:spLocks noGrp="1"/>
          </p:cNvSpPr>
          <p:nvPr>
            <p:ph type="pic" sz="quarter" idx="14"/>
          </p:nvPr>
        </p:nvSpPr>
        <p:spPr>
          <a:xfrm>
            <a:off x="3581400" y="1843088"/>
            <a:ext cx="7772400" cy="4351337"/>
          </a:xfrm>
        </p:spPr>
        <p:txBody>
          <a:bodyPr/>
          <a:lstStyle/>
          <a:p>
            <a:endParaRPr lang="de-DE"/>
          </a:p>
        </p:txBody>
      </p:sp>
    </p:spTree>
    <p:extLst>
      <p:ext uri="{BB962C8B-B14F-4D97-AF65-F5344CB8AC3E}">
        <p14:creationId xmlns:p14="http://schemas.microsoft.com/office/powerpoint/2010/main" val="1230479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enutzerdefiniertes Layou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FEE7581-BCE4-BF47-8348-E7D44EA419C3}"/>
              </a:ext>
            </a:extLst>
          </p:cNvPr>
          <p:cNvSpPr>
            <a:spLocks noGrp="1"/>
          </p:cNvSpPr>
          <p:nvPr>
            <p:ph type="title"/>
          </p:nvPr>
        </p:nvSpPr>
        <p:spPr/>
        <p:txBody>
          <a:bodyPr/>
          <a:lstStyle/>
          <a:p>
            <a:r>
              <a:rPr lang="de-DE" dirty="0"/>
              <a:t>Mastertitelformat bearbeiten</a:t>
            </a:r>
          </a:p>
        </p:txBody>
      </p:sp>
      <p:sp>
        <p:nvSpPr>
          <p:cNvPr id="3" name="Datumsplatzhalter 2">
            <a:extLst>
              <a:ext uri="{FF2B5EF4-FFF2-40B4-BE49-F238E27FC236}">
                <a16:creationId xmlns:a16="http://schemas.microsoft.com/office/drawing/2014/main" id="{6481ABEF-1001-FF47-9CBD-7E62E95DCAF7}"/>
              </a:ext>
            </a:extLst>
          </p:cNvPr>
          <p:cNvSpPr>
            <a:spLocks noGrp="1"/>
          </p:cNvSpPr>
          <p:nvPr>
            <p:ph type="dt" sz="half" idx="10"/>
          </p:nvPr>
        </p:nvSpPr>
        <p:spPr/>
        <p:txBody>
          <a:bodyPr/>
          <a:lstStyle/>
          <a:p>
            <a:fld id="{C84ED35E-88B4-BE45-AA29-E667255162E2}" type="datetimeFigureOut">
              <a:rPr lang="de-DE" smtClean="0"/>
              <a:pPr/>
              <a:t>20.12.2021</a:t>
            </a:fld>
            <a:endParaRPr lang="de-DE" dirty="0"/>
          </a:p>
        </p:txBody>
      </p:sp>
      <p:sp>
        <p:nvSpPr>
          <p:cNvPr id="4" name="Fußzeilenplatzhalter 3">
            <a:extLst>
              <a:ext uri="{FF2B5EF4-FFF2-40B4-BE49-F238E27FC236}">
                <a16:creationId xmlns:a16="http://schemas.microsoft.com/office/drawing/2014/main" id="{5CD8D3FA-C369-754E-B249-835C23B84336}"/>
              </a:ext>
            </a:extLst>
          </p:cNvPr>
          <p:cNvSpPr>
            <a:spLocks noGrp="1"/>
          </p:cNvSpPr>
          <p:nvPr>
            <p:ph type="ftr" sz="quarter" idx="11"/>
          </p:nvPr>
        </p:nvSpPr>
        <p:spPr/>
        <p:txBody>
          <a:bodyPr/>
          <a:lstStyle/>
          <a:p>
            <a:r>
              <a:rPr lang="de-DE"/>
              <a:t>Vulpes &amp; Time</a:t>
            </a:r>
            <a:endParaRPr lang="de-DE" dirty="0"/>
          </a:p>
        </p:txBody>
      </p:sp>
      <p:sp>
        <p:nvSpPr>
          <p:cNvPr id="5" name="Foliennummernplatzhalter 4">
            <a:extLst>
              <a:ext uri="{FF2B5EF4-FFF2-40B4-BE49-F238E27FC236}">
                <a16:creationId xmlns:a16="http://schemas.microsoft.com/office/drawing/2014/main" id="{3486C94E-52C9-0A42-8C3D-FC04CACB3887}"/>
              </a:ext>
            </a:extLst>
          </p:cNvPr>
          <p:cNvSpPr>
            <a:spLocks noGrp="1"/>
          </p:cNvSpPr>
          <p:nvPr>
            <p:ph type="sldNum" sz="quarter" idx="12"/>
          </p:nvPr>
        </p:nvSpPr>
        <p:spPr/>
        <p:txBody>
          <a:bodyPr/>
          <a:lstStyle/>
          <a:p>
            <a:fld id="{64A44DB9-973E-E947-BE0C-3070CA8561BB}" type="slidenum">
              <a:rPr lang="de-DE" smtClean="0"/>
              <a:pPr/>
              <a:t>‹Nr.›</a:t>
            </a:fld>
            <a:endParaRPr lang="de-DE" dirty="0"/>
          </a:p>
        </p:txBody>
      </p:sp>
      <p:sp>
        <p:nvSpPr>
          <p:cNvPr id="6" name="Bildplatzhalter 9">
            <a:extLst>
              <a:ext uri="{FF2B5EF4-FFF2-40B4-BE49-F238E27FC236}">
                <a16:creationId xmlns:a16="http://schemas.microsoft.com/office/drawing/2014/main" id="{03560D73-ACC4-2448-86BB-BBFE72F664FB}"/>
              </a:ext>
            </a:extLst>
          </p:cNvPr>
          <p:cNvSpPr>
            <a:spLocks noGrp="1"/>
          </p:cNvSpPr>
          <p:nvPr>
            <p:ph type="pic" sz="quarter" idx="13"/>
          </p:nvPr>
        </p:nvSpPr>
        <p:spPr>
          <a:xfrm>
            <a:off x="691055" y="1843471"/>
            <a:ext cx="2565400" cy="4351338"/>
          </a:xfrm>
        </p:spPr>
        <p:txBody>
          <a:bodyPr/>
          <a:lstStyle/>
          <a:p>
            <a:endParaRPr lang="de-DE" dirty="0"/>
          </a:p>
        </p:txBody>
      </p:sp>
      <p:sp>
        <p:nvSpPr>
          <p:cNvPr id="9" name="Textplatzhalter 8">
            <a:extLst>
              <a:ext uri="{FF2B5EF4-FFF2-40B4-BE49-F238E27FC236}">
                <a16:creationId xmlns:a16="http://schemas.microsoft.com/office/drawing/2014/main" id="{487FFBAC-1AC7-B74B-A175-D77CC803DD46}"/>
              </a:ext>
            </a:extLst>
          </p:cNvPr>
          <p:cNvSpPr>
            <a:spLocks noGrp="1"/>
          </p:cNvSpPr>
          <p:nvPr>
            <p:ph type="body" sz="quarter" idx="14" hasCustomPrompt="1"/>
          </p:nvPr>
        </p:nvSpPr>
        <p:spPr>
          <a:xfrm>
            <a:off x="3581400" y="1843088"/>
            <a:ext cx="7772400" cy="4351337"/>
          </a:xfrm>
        </p:spPr>
        <p:txBody>
          <a:bodyPr/>
          <a:lstStyle/>
          <a:p>
            <a:pPr lvl="0"/>
            <a:r>
              <a:rPr lang="de-DE" dirty="0"/>
              <a:t>  Mastertextformat bearbeiten</a:t>
            </a:r>
          </a:p>
          <a:p>
            <a:pPr lvl="1"/>
            <a:r>
              <a:rPr lang="de-DE" dirty="0"/>
              <a:t>  Zweite Ebene</a:t>
            </a:r>
          </a:p>
          <a:p>
            <a:pPr lvl="2"/>
            <a:r>
              <a:rPr lang="de-DE" dirty="0"/>
              <a:t>  Dritte Ebene</a:t>
            </a:r>
          </a:p>
          <a:p>
            <a:pPr lvl="3"/>
            <a:r>
              <a:rPr lang="de-DE" dirty="0"/>
              <a:t>  Vierte Ebene</a:t>
            </a:r>
          </a:p>
          <a:p>
            <a:pPr lvl="4"/>
            <a:r>
              <a:rPr lang="de-DE" dirty="0"/>
              <a:t>  Fünfte Ebene</a:t>
            </a:r>
          </a:p>
        </p:txBody>
      </p:sp>
    </p:spTree>
    <p:extLst>
      <p:ext uri="{BB962C8B-B14F-4D97-AF65-F5344CB8AC3E}">
        <p14:creationId xmlns:p14="http://schemas.microsoft.com/office/powerpoint/2010/main" val="1589093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1D0C4CE-09C1-284B-A85B-EF9EF2BE51A7}"/>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A34B57A7-1DDB-C842-860F-FBB4F459C71A}"/>
              </a:ext>
            </a:extLst>
          </p:cNvPr>
          <p:cNvSpPr>
            <a:spLocks noGrp="1"/>
          </p:cNvSpPr>
          <p:nvPr>
            <p:ph type="dt" sz="half" idx="10"/>
          </p:nvPr>
        </p:nvSpPr>
        <p:spPr/>
        <p:txBody>
          <a:bodyPr/>
          <a:lstStyle/>
          <a:p>
            <a:fld id="{C84ED35E-88B4-BE45-AA29-E667255162E2}" type="datetimeFigureOut">
              <a:rPr lang="de-DE" smtClean="0"/>
              <a:t>20.12.2021</a:t>
            </a:fld>
            <a:endParaRPr lang="de-DE"/>
          </a:p>
        </p:txBody>
      </p:sp>
      <p:sp>
        <p:nvSpPr>
          <p:cNvPr id="4" name="Fußzeilenplatzhalter 3">
            <a:extLst>
              <a:ext uri="{FF2B5EF4-FFF2-40B4-BE49-F238E27FC236}">
                <a16:creationId xmlns:a16="http://schemas.microsoft.com/office/drawing/2014/main" id="{8C60F769-4DD8-E74A-AB34-3A5AEE96C0C7}"/>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20B3043F-882F-854F-AF9B-5873CEE90354}"/>
              </a:ext>
            </a:extLst>
          </p:cNvPr>
          <p:cNvSpPr>
            <a:spLocks noGrp="1"/>
          </p:cNvSpPr>
          <p:nvPr>
            <p:ph type="sldNum" sz="quarter" idx="12"/>
          </p:nvPr>
        </p:nvSpPr>
        <p:spPr/>
        <p:txBody>
          <a:bodyPr/>
          <a:lstStyle/>
          <a:p>
            <a:fld id="{64A44DB9-973E-E947-BE0C-3070CA8561BB}" type="slidenum">
              <a:rPr lang="de-DE" smtClean="0"/>
              <a:t>‹Nr.›</a:t>
            </a:fld>
            <a:endParaRPr lang="de-DE"/>
          </a:p>
        </p:txBody>
      </p:sp>
    </p:spTree>
    <p:extLst>
      <p:ext uri="{BB962C8B-B14F-4D97-AF65-F5344CB8AC3E}">
        <p14:creationId xmlns:p14="http://schemas.microsoft.com/office/powerpoint/2010/main" val="31683180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microsoft.com/office/2007/relationships/hdphoto" Target="../media/hdphoto1.wdp"/><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 Id="rId9" Type="http://schemas.microsoft.com/office/2007/relationships/hdphoto" Target="../media/hdphoto2.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
            <a:alphaModFix amt="72000"/>
            <a:extLst>
              <a:ext uri="{BEBA8EAE-BF5A-486C-A8C5-ECC9F3942E4B}">
                <a14:imgProps xmlns:a14="http://schemas.microsoft.com/office/drawing/2010/main">
                  <a14:imgLayer r:embed="rId7">
                    <a14:imgEffect>
                      <a14:brightnessContrast bright="-40000" contrast="20000"/>
                    </a14:imgEffect>
                  </a14:imgLayer>
                </a14:imgProps>
              </a:ext>
            </a:extLst>
          </a:blip>
          <a:srcRect/>
          <a:stretch>
            <a:fillRect t="-15000" b="-15000"/>
          </a:stretch>
        </a:blipFill>
        <a:effectLst/>
      </p:bgPr>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EE48B432-3700-144E-B59E-A271FA7FC883}"/>
              </a:ext>
            </a:extLst>
          </p:cNvPr>
          <p:cNvSpPr>
            <a:spLocks noGrp="1"/>
          </p:cNvSpPr>
          <p:nvPr>
            <p:ph type="title"/>
          </p:nvPr>
        </p:nvSpPr>
        <p:spPr>
          <a:xfrm>
            <a:off x="3581400" y="365125"/>
            <a:ext cx="7772400" cy="1325563"/>
          </a:xfrm>
          <a:prstGeom prst="rect">
            <a:avLst/>
          </a:prstGeom>
        </p:spPr>
        <p:txBody>
          <a:bodyPr vert="horz" lIns="91440" tIns="45720" rIns="91440" bIns="45720" rtlCol="0" anchor="ctr">
            <a:normAutofit/>
          </a:bodyPr>
          <a:lstStyle/>
          <a:p>
            <a:r>
              <a:rPr lang="de-DE" dirty="0"/>
              <a:t>Mastertitelformat bearbeiten</a:t>
            </a:r>
          </a:p>
        </p:txBody>
      </p:sp>
      <p:sp>
        <p:nvSpPr>
          <p:cNvPr id="3" name="Textplatzhalter 2">
            <a:extLst>
              <a:ext uri="{FF2B5EF4-FFF2-40B4-BE49-F238E27FC236}">
                <a16:creationId xmlns:a16="http://schemas.microsoft.com/office/drawing/2014/main" id="{C434A32D-2DBD-A440-9A50-8722B165F4AF}"/>
              </a:ext>
            </a:extLst>
          </p:cNvPr>
          <p:cNvSpPr>
            <a:spLocks noGrp="1"/>
          </p:cNvSpPr>
          <p:nvPr>
            <p:ph type="body" idx="1"/>
          </p:nvPr>
        </p:nvSpPr>
        <p:spPr>
          <a:xfrm>
            <a:off x="3581400" y="1825625"/>
            <a:ext cx="7772399" cy="4351338"/>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a:extLst>
              <a:ext uri="{FF2B5EF4-FFF2-40B4-BE49-F238E27FC236}">
                <a16:creationId xmlns:a16="http://schemas.microsoft.com/office/drawing/2014/main" id="{D4C196DD-7631-234A-ADE1-AD5DEB3843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rgbClr val="FF0000"/>
                </a:solidFill>
              </a:defRPr>
            </a:lvl1pPr>
          </a:lstStyle>
          <a:p>
            <a:fld id="{C84ED35E-88B4-BE45-AA29-E667255162E2}" type="datetimeFigureOut">
              <a:rPr lang="de-DE" smtClean="0"/>
              <a:pPr/>
              <a:t>20.12.2021</a:t>
            </a:fld>
            <a:endParaRPr lang="de-DE" dirty="0"/>
          </a:p>
        </p:txBody>
      </p:sp>
      <p:sp>
        <p:nvSpPr>
          <p:cNvPr id="5" name="Fußzeilenplatzhalter 4">
            <a:extLst>
              <a:ext uri="{FF2B5EF4-FFF2-40B4-BE49-F238E27FC236}">
                <a16:creationId xmlns:a16="http://schemas.microsoft.com/office/drawing/2014/main" id="{2266318D-11FD-4D4A-B12D-3287CFD7FE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rgbClr val="FF0000"/>
                </a:solidFill>
              </a:defRPr>
            </a:lvl1pPr>
          </a:lstStyle>
          <a:p>
            <a:r>
              <a:rPr lang="de-DE" dirty="0" err="1"/>
              <a:t>Vulpes</a:t>
            </a:r>
            <a:r>
              <a:rPr lang="de-DE" dirty="0"/>
              <a:t> &amp; Time</a:t>
            </a:r>
          </a:p>
        </p:txBody>
      </p:sp>
      <p:sp>
        <p:nvSpPr>
          <p:cNvPr id="6" name="Foliennummernplatzhalter 5">
            <a:extLst>
              <a:ext uri="{FF2B5EF4-FFF2-40B4-BE49-F238E27FC236}">
                <a16:creationId xmlns:a16="http://schemas.microsoft.com/office/drawing/2014/main" id="{66E70154-C903-D542-A66C-4E4594FCB04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rgbClr val="FF0000"/>
                </a:solidFill>
              </a:defRPr>
            </a:lvl1pPr>
          </a:lstStyle>
          <a:p>
            <a:fld id="{64A44DB9-973E-E947-BE0C-3070CA8561BB}" type="slidenum">
              <a:rPr lang="de-DE" smtClean="0"/>
              <a:pPr/>
              <a:t>‹Nr.›</a:t>
            </a:fld>
            <a:endParaRPr lang="de-DE" dirty="0"/>
          </a:p>
        </p:txBody>
      </p:sp>
      <p:pic>
        <p:nvPicPr>
          <p:cNvPr id="7" name="Grafik 6">
            <a:extLst>
              <a:ext uri="{FF2B5EF4-FFF2-40B4-BE49-F238E27FC236}">
                <a16:creationId xmlns:a16="http://schemas.microsoft.com/office/drawing/2014/main" id="{16231F71-ED49-C744-AFDE-0A8EAB1F322C}"/>
              </a:ext>
            </a:extLst>
          </p:cNvPr>
          <p:cNvPicPr>
            <a:picLocks noChangeAspect="1"/>
          </p:cNvPicPr>
          <p:nvPr userDrawn="1"/>
        </p:nvPicPr>
        <p:blipFill>
          <a:blip r:embed="rId8">
            <a:extLst>
              <a:ext uri="{BEBA8EAE-BF5A-486C-A8C5-ECC9F3942E4B}">
                <a14:imgProps xmlns:a14="http://schemas.microsoft.com/office/drawing/2010/main">
                  <a14:imgLayer r:embed="rId9">
                    <a14:imgEffect>
                      <a14:backgroundRemoval t="9730" b="89730" l="4745" r="95620">
                        <a14:foregroundMark x1="5109" y1="26176" x2="5109" y2="18919"/>
                        <a14:foregroundMark x1="5109" y1="27568" x2="5109" y2="26716"/>
                        <a14:foregroundMark x1="7326" y1="32155" x2="8942" y2="38378"/>
                        <a14:foregroundMark x1="7117" y1="31351" x2="7280" y2="31979"/>
                        <a14:foregroundMark x1="33942" y1="55676" x2="33577" y2="58919"/>
                        <a14:foregroundMark x1="36314" y1="59459" x2="37226" y2="54054"/>
                        <a14:foregroundMark x1="41058" y1="56757" x2="40876" y2="58919"/>
                        <a14:foregroundMark x1="42701" y1="57297" x2="43431" y2="57297"/>
                        <a14:foregroundMark x1="46533" y1="62162" x2="46898" y2="64865"/>
                        <a14:foregroundMark x1="48540" y1="62703" x2="49635" y2="58919"/>
                        <a14:foregroundMark x1="54380" y1="57297" x2="54380" y2="61081"/>
                        <a14:foregroundMark x1="62044" y1="56216" x2="61861" y2="58378"/>
                        <a14:foregroundMark x1="67518" y1="58378" x2="67153" y2="61081"/>
                        <a14:foregroundMark x1="72263" y1="58919" x2="72080" y2="61081"/>
                        <a14:foregroundMark x1="76277" y1="58919" x2="76460" y2="58378"/>
                        <a14:foregroundMark x1="76460" y1="45405" x2="76460" y2="46486"/>
                        <a14:foregroundMark x1="78467" y1="58378" x2="78467" y2="60541"/>
                        <a14:foregroundMark x1="29015" y1="69730" x2="30474" y2="67568"/>
                        <a14:foregroundMark x1="87956" y1="50811" x2="88686" y2="52432"/>
                        <a14:foregroundMark x1="87591" y1="44865" x2="87409" y2="47568"/>
                        <a14:foregroundMark x1="90693" y1="35135" x2="89964" y2="36216"/>
                        <a14:foregroundMark x1="92336" y1="30270" x2="93066" y2="29189"/>
                        <a14:foregroundMark x1="94708" y1="28108" x2="95620" y2="28108"/>
                        <a14:foregroundMark x1="87044" y1="47568" x2="87226" y2="47027"/>
                        <a14:foregroundMark x1="95255" y1="43784" x2="95438" y2="44865"/>
                        <a14:foregroundMark x1="58942" y1="57297" x2="59124" y2="57838"/>
                        <a14:foregroundMark x1="46715" y1="70270" x2="46715" y2="71351"/>
                        <a14:foregroundMark x1="46715" y1="81622" x2="46898" y2="81081"/>
                        <a14:foregroundMark x1="46715" y1="85405" x2="46715" y2="85405"/>
                        <a14:foregroundMark x1="71533" y1="77297" x2="71533" y2="78378"/>
                        <a14:foregroundMark x1="77920" y1="76757" x2="78102" y2="77838"/>
                        <a14:foregroundMark x1="78102" y1="75676" x2="77920" y2="76216"/>
                        <a14:foregroundMark x1="57117" y1="60000" x2="57117" y2="61081"/>
                        <a14:foregroundMark x1="56569" y1="64865" x2="56752" y2="67568"/>
                        <a14:backgroundMark x1="14234" y1="60541" x2="14234" y2="64324"/>
                        <a14:backgroundMark x1="21715" y1="40541" x2="21533" y2="51892"/>
                        <a14:backgroundMark x1="22080" y1="35676" x2="21898" y2="38378"/>
                        <a14:backgroundMark x1="14234" y1="63784" x2="14234" y2="64865"/>
                        <a14:backgroundMark x1="47263" y1="74054" x2="47263" y2="73514"/>
                        <a14:backgroundMark x1="14051" y1="64865" x2="14051" y2="67027"/>
                        <a14:backgroundMark x1="14051" y1="67027" x2="14234" y2="68108"/>
                        <a14:backgroundMark x1="21533" y1="36757" x2="22080" y2="33514"/>
                        <a14:backgroundMark x1="6204" y1="44865" x2="6387" y2="40000"/>
                        <a14:backgroundMark x1="6022" y1="37838" x2="6022" y2="36216"/>
                        <a14:backgroundMark x1="6022" y1="35135" x2="5839" y2="34595"/>
                        <a14:backgroundMark x1="5839" y1="33514" x2="5839" y2="32973"/>
                        <a14:backgroundMark x1="87226" y1="54595" x2="87226" y2="52973"/>
                        <a14:backgroundMark x1="87226" y1="52973" x2="87226" y2="51892"/>
                      </a14:backgroundRemoval>
                    </a14:imgEffect>
                  </a14:imgLayer>
                </a14:imgProps>
              </a:ext>
            </a:extLst>
          </a:blip>
          <a:stretch>
            <a:fillRect/>
          </a:stretch>
        </p:blipFill>
        <p:spPr>
          <a:xfrm>
            <a:off x="0" y="75240"/>
            <a:ext cx="2821952" cy="952666"/>
          </a:xfrm>
          <a:prstGeom prst="rect">
            <a:avLst/>
          </a:prstGeom>
        </p:spPr>
      </p:pic>
    </p:spTree>
    <p:extLst>
      <p:ext uri="{BB962C8B-B14F-4D97-AF65-F5344CB8AC3E}">
        <p14:creationId xmlns:p14="http://schemas.microsoft.com/office/powerpoint/2010/main" val="24272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5" r:id="rId3"/>
    <p:sldLayoutId id="2147483654" r:id="rId4"/>
  </p:sldLayoutIdLst>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Clr>
          <a:srgbClr val="FF0000"/>
        </a:buClr>
        <a:buFont typeface="Systemschrift Normal"/>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Clr>
          <a:srgbClr val="FF0000"/>
        </a:buClr>
        <a:buFont typeface="Systemschrift Normal"/>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rgbClr val="FF0000"/>
        </a:buClr>
        <a:buFont typeface="Systemschrift Normal"/>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Clr>
          <a:srgbClr val="FF0000"/>
        </a:buClr>
        <a:buFont typeface="Systemschrift Normal"/>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rgbClr val="FF0000"/>
        </a:buClr>
        <a:buFont typeface="Systemschrift Normal"/>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7" Type="http://schemas.microsoft.com/office/2007/relationships/hdphoto" Target="../media/hdphoto6.wdp"/><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13" Type="http://schemas.microsoft.com/office/2007/relationships/hdphoto" Target="../media/hdphoto12.wdp"/><Relationship Id="rId18" Type="http://schemas.microsoft.com/office/2007/relationships/hdphoto" Target="../media/hdphoto15.wdp"/><Relationship Id="rId3" Type="http://schemas.openxmlformats.org/officeDocument/2006/relationships/image" Target="../media/image11.png"/><Relationship Id="rId7" Type="http://schemas.microsoft.com/office/2007/relationships/hdphoto" Target="../media/hdphoto9.wdp"/><Relationship Id="rId12" Type="http://schemas.openxmlformats.org/officeDocument/2006/relationships/image" Target="../media/image15.png"/><Relationship Id="rId17" Type="http://schemas.openxmlformats.org/officeDocument/2006/relationships/image" Target="../media/image17.png"/><Relationship Id="rId2" Type="http://schemas.openxmlformats.org/officeDocument/2006/relationships/image" Target="../media/image10.png"/><Relationship Id="rId16" Type="http://schemas.microsoft.com/office/2007/relationships/hdphoto" Target="../media/hdphoto14.wdp"/><Relationship Id="rId1" Type="http://schemas.openxmlformats.org/officeDocument/2006/relationships/slideLayout" Target="../slideLayouts/slideLayout2.xml"/><Relationship Id="rId6" Type="http://schemas.microsoft.com/office/2007/relationships/hdphoto" Target="../media/hdphoto8.wdp"/><Relationship Id="rId11" Type="http://schemas.microsoft.com/office/2007/relationships/hdphoto" Target="../media/hdphoto11.wdp"/><Relationship Id="rId5" Type="http://schemas.microsoft.com/office/2007/relationships/hdphoto" Target="../media/hdphoto7.wdp"/><Relationship Id="rId15" Type="http://schemas.microsoft.com/office/2007/relationships/hdphoto" Target="../media/hdphoto13.wdp"/><Relationship Id="rId10" Type="http://schemas.openxmlformats.org/officeDocument/2006/relationships/image" Target="../media/image14.png"/><Relationship Id="rId4" Type="http://schemas.openxmlformats.org/officeDocument/2006/relationships/image" Target="../media/image12.png"/><Relationship Id="rId9" Type="http://schemas.microsoft.com/office/2007/relationships/hdphoto" Target="../media/hdphoto10.wdp"/><Relationship Id="rId14" Type="http://schemas.openxmlformats.org/officeDocument/2006/relationships/image" Target="../media/image16.png"/></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5.svg"/><Relationship Id="rId7" Type="http://schemas.openxmlformats.org/officeDocument/2006/relationships/image" Target="../media/image19.sv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8.svg"/><Relationship Id="rId4" Type="http://schemas.openxmlformats.org/officeDocument/2006/relationships/image" Target="../media/image7.png"/><Relationship Id="rId9" Type="http://schemas.microsoft.com/office/2007/relationships/hdphoto" Target="../media/hdphoto16.wdp"/></Relationships>
</file>

<file path=ppt/slides/_rels/slide7.xml.rels><?xml version="1.0" encoding="UTF-8" standalone="yes"?>
<Relationships xmlns="http://schemas.openxmlformats.org/package/2006/relationships"><Relationship Id="rId8" Type="http://schemas.openxmlformats.org/officeDocument/2006/relationships/image" Target="../media/image24.png"/><Relationship Id="rId13" Type="http://schemas.microsoft.com/office/2007/relationships/hdphoto" Target="../media/hdphoto22.wdp"/><Relationship Id="rId18" Type="http://schemas.openxmlformats.org/officeDocument/2006/relationships/image" Target="../media/image30.png"/><Relationship Id="rId3" Type="http://schemas.microsoft.com/office/2007/relationships/hdphoto" Target="../media/hdphoto17.wdp"/><Relationship Id="rId21" Type="http://schemas.openxmlformats.org/officeDocument/2006/relationships/image" Target="../media/image32.png"/><Relationship Id="rId7" Type="http://schemas.microsoft.com/office/2007/relationships/hdphoto" Target="../media/hdphoto19.wdp"/><Relationship Id="rId12" Type="http://schemas.openxmlformats.org/officeDocument/2006/relationships/image" Target="../media/image26.png"/><Relationship Id="rId17" Type="http://schemas.openxmlformats.org/officeDocument/2006/relationships/image" Target="../media/image29.png"/><Relationship Id="rId2" Type="http://schemas.openxmlformats.org/officeDocument/2006/relationships/image" Target="../media/image21.png"/><Relationship Id="rId16" Type="http://schemas.openxmlformats.org/officeDocument/2006/relationships/image" Target="../media/image28.png"/><Relationship Id="rId20" Type="http://schemas.microsoft.com/office/2007/relationships/hdphoto" Target="../media/hdphoto24.wdp"/><Relationship Id="rId1" Type="http://schemas.openxmlformats.org/officeDocument/2006/relationships/slideLayout" Target="../slideLayouts/slideLayout3.xml"/><Relationship Id="rId6" Type="http://schemas.openxmlformats.org/officeDocument/2006/relationships/image" Target="../media/image23.png"/><Relationship Id="rId11" Type="http://schemas.microsoft.com/office/2007/relationships/hdphoto" Target="../media/hdphoto21.wdp"/><Relationship Id="rId5" Type="http://schemas.microsoft.com/office/2007/relationships/hdphoto" Target="../media/hdphoto18.wdp"/><Relationship Id="rId15" Type="http://schemas.microsoft.com/office/2007/relationships/hdphoto" Target="../media/hdphoto23.wdp"/><Relationship Id="rId10" Type="http://schemas.openxmlformats.org/officeDocument/2006/relationships/image" Target="../media/image25.png"/><Relationship Id="rId19" Type="http://schemas.openxmlformats.org/officeDocument/2006/relationships/image" Target="../media/image31.png"/><Relationship Id="rId4" Type="http://schemas.openxmlformats.org/officeDocument/2006/relationships/image" Target="../media/image22.png"/><Relationship Id="rId9" Type="http://schemas.microsoft.com/office/2007/relationships/hdphoto" Target="../media/hdphoto20.wdp"/><Relationship Id="rId14" Type="http://schemas.openxmlformats.org/officeDocument/2006/relationships/image" Target="../media/image27.png"/></Relationships>
</file>

<file path=ppt/slides/_rels/slide8.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5.svg"/><Relationship Id="rId7" Type="http://schemas.openxmlformats.org/officeDocument/2006/relationships/image" Target="../media/image19.sv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18.png"/><Relationship Id="rId11" Type="http://schemas.microsoft.com/office/2007/relationships/hdphoto" Target="../media/hdphoto25.wdp"/><Relationship Id="rId5" Type="http://schemas.openxmlformats.org/officeDocument/2006/relationships/image" Target="../media/image8.svg"/><Relationship Id="rId10" Type="http://schemas.openxmlformats.org/officeDocument/2006/relationships/image" Target="../media/image35.png"/><Relationship Id="rId4" Type="http://schemas.openxmlformats.org/officeDocument/2006/relationships/image" Target="../media/image7.png"/><Relationship Id="rId9" Type="http://schemas.openxmlformats.org/officeDocument/2006/relationships/image" Target="../media/image34.svg"/></Relationships>
</file>

<file path=ppt/slides/_rels/slide9.xml.rels><?xml version="1.0" encoding="UTF-8" standalone="yes"?>
<Relationships xmlns="http://schemas.openxmlformats.org/package/2006/relationships"><Relationship Id="rId3" Type="http://schemas.microsoft.com/office/2007/relationships/hdphoto" Target="../media/hdphoto26.wdp"/><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10.xml.rels><?xml version="1.0" encoding="UTF-8" standalone="yes"?>
<Relationships xmlns="http://schemas.openxmlformats.org/package/2006/relationships"><Relationship Id="rId3" Type="http://schemas.microsoft.com/office/2007/relationships/hdphoto" Target="../media/hdphoto27.wdp"/><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1660CB-33AB-C645-8119-9DA8459825E0}"/>
              </a:ext>
            </a:extLst>
          </p:cNvPr>
          <p:cNvSpPr>
            <a:spLocks noGrp="1"/>
          </p:cNvSpPr>
          <p:nvPr>
            <p:ph type="ctrTitle"/>
          </p:nvPr>
        </p:nvSpPr>
        <p:spPr/>
        <p:txBody>
          <a:bodyPr/>
          <a:lstStyle/>
          <a:p>
            <a:r>
              <a:rPr lang="de-DE" dirty="0" err="1">
                <a:solidFill>
                  <a:schemeClr val="bg1"/>
                </a:solidFill>
              </a:rPr>
              <a:t>Strotzbotz</a:t>
            </a:r>
            <a:r>
              <a:rPr lang="de-DE" dirty="0">
                <a:solidFill>
                  <a:schemeClr val="bg1"/>
                </a:solidFill>
              </a:rPr>
              <a:t> GmbH</a:t>
            </a:r>
          </a:p>
        </p:txBody>
      </p:sp>
      <p:sp>
        <p:nvSpPr>
          <p:cNvPr id="3" name="Untertitel 2">
            <a:extLst>
              <a:ext uri="{FF2B5EF4-FFF2-40B4-BE49-F238E27FC236}">
                <a16:creationId xmlns:a16="http://schemas.microsoft.com/office/drawing/2014/main" id="{02EEC945-020A-4644-BE08-6D1B3314215F}"/>
              </a:ext>
            </a:extLst>
          </p:cNvPr>
          <p:cNvSpPr>
            <a:spLocks noGrp="1"/>
          </p:cNvSpPr>
          <p:nvPr>
            <p:ph type="subTitle" idx="1"/>
          </p:nvPr>
        </p:nvSpPr>
        <p:spPr/>
        <p:txBody>
          <a:bodyPr/>
          <a:lstStyle/>
          <a:p>
            <a:r>
              <a:rPr lang="de-DE" dirty="0">
                <a:solidFill>
                  <a:schemeClr val="bg1"/>
                </a:solidFill>
              </a:rPr>
              <a:t>Referiert von Munir Mardinli</a:t>
            </a:r>
          </a:p>
        </p:txBody>
      </p:sp>
    </p:spTree>
    <p:extLst>
      <p:ext uri="{BB962C8B-B14F-4D97-AF65-F5344CB8AC3E}">
        <p14:creationId xmlns:p14="http://schemas.microsoft.com/office/powerpoint/2010/main" val="79675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90B1938-4CE2-EF43-8A57-7C30D1EC3D83}"/>
              </a:ext>
            </a:extLst>
          </p:cNvPr>
          <p:cNvSpPr>
            <a:spLocks noGrp="1"/>
          </p:cNvSpPr>
          <p:nvPr>
            <p:ph type="title"/>
          </p:nvPr>
        </p:nvSpPr>
        <p:spPr/>
        <p:txBody>
          <a:bodyPr/>
          <a:lstStyle/>
          <a:p>
            <a:r>
              <a:rPr lang="de-DE" dirty="0">
                <a:solidFill>
                  <a:schemeClr val="bg1"/>
                </a:solidFill>
              </a:rPr>
              <a:t>Struktur</a:t>
            </a:r>
          </a:p>
        </p:txBody>
      </p:sp>
      <p:pic>
        <p:nvPicPr>
          <p:cNvPr id="6" name="Bildplatzhalter 5">
            <a:extLst>
              <a:ext uri="{FF2B5EF4-FFF2-40B4-BE49-F238E27FC236}">
                <a16:creationId xmlns:a16="http://schemas.microsoft.com/office/drawing/2014/main" id="{2232A6A1-85A9-574F-890D-E600C8CB9D6A}"/>
              </a:ext>
            </a:extLst>
          </p:cNvPr>
          <p:cNvPicPr>
            <a:picLocks noGrp="1" noChangeAspect="1"/>
          </p:cNvPicPr>
          <p:nvPr>
            <p:ph type="pic" sz="quarter" idx="13"/>
          </p:nvPr>
        </p:nvPicPr>
        <p:blipFill rotWithShape="1">
          <a:blip r:embed="rId2">
            <a:extLst>
              <a:ext uri="{BEBA8EAE-BF5A-486C-A8C5-ECC9F3942E4B}">
                <a14:imgProps xmlns:a14="http://schemas.microsoft.com/office/drawing/2010/main">
                  <a14:imgLayer r:embed="rId3">
                    <a14:imgEffect>
                      <a14:backgroundRemoval t="2924" b="96930" l="5518" r="89967">
                        <a14:foregroundMark x1="6355" y1="17251" x2="6020" y2="19883"/>
                        <a14:foregroundMark x1="6020" y1="80848" x2="6020" y2="89181"/>
                        <a14:foregroundMark x1="8361" y1="93860" x2="20736" y2="95760"/>
                        <a14:foregroundMark x1="23746" y1="97076" x2="40468" y2="96345"/>
                        <a14:foregroundMark x1="43813" y1="96345" x2="59866" y2="95906"/>
                        <a14:foregroundMark x1="64381" y1="96053" x2="76421" y2="95029"/>
                        <a14:foregroundMark x1="82274" y1="94591" x2="84950" y2="91959"/>
                        <a14:foregroundMark x1="85619" y1="89620" x2="86120" y2="80263"/>
                        <a14:foregroundMark x1="44649" y1="63450" x2="53512" y2="63012"/>
                        <a14:foregroundMark x1="53512" y1="63012" x2="62040" y2="62573"/>
                        <a14:foregroundMark x1="36288" y1="49708" x2="54013" y2="49123"/>
                        <a14:foregroundMark x1="56020" y1="49269" x2="65552" y2="48977"/>
                        <a14:foregroundMark x1="32943" y1="33918" x2="68395" y2="34064"/>
                        <a14:foregroundMark x1="65552" y1="33772" x2="70234" y2="33918"/>
                        <a14:foregroundMark x1="27425" y1="31579" x2="27425" y2="33041"/>
                        <a14:foregroundMark x1="27258" y1="34942" x2="26589" y2="36257"/>
                        <a14:foregroundMark x1="25084" y1="35965" x2="20569" y2="36257"/>
                        <a14:foregroundMark x1="44983" y1="9503" x2="48829" y2="10088"/>
                        <a14:foregroundMark x1="45819" y1="7164" x2="49833" y2="13450"/>
                        <a14:foregroundMark x1="44482" y1="3216" x2="48997" y2="2924"/>
                        <a14:foregroundMark x1="38462" y1="6871" x2="52007" y2="7164"/>
                        <a14:foregroundMark x1="36957" y1="11696" x2="55017" y2="12135"/>
                        <a14:foregroundMark x1="34950" y1="15643" x2="59532" y2="15058"/>
                        <a14:foregroundMark x1="59532" y1="15058" x2="62709" y2="15058"/>
                        <a14:foregroundMark x1="16388" y1="15497" x2="36288" y2="14620"/>
                        <a14:foregroundMark x1="36288" y1="14620" x2="36455" y2="14620"/>
                        <a14:foregroundMark x1="16722" y1="15497" x2="8361" y2="15497"/>
                        <a14:foregroundMark x1="6522" y1="18129" x2="5518" y2="31433"/>
                        <a14:foregroundMark x1="6020" y1="32164" x2="6856" y2="44737"/>
                        <a14:foregroundMark x1="6020" y1="46784" x2="6187" y2="60819"/>
                        <a14:foregroundMark x1="69900" y1="15058" x2="79933" y2="15497"/>
                        <a14:foregroundMark x1="81605" y1="15351" x2="84448" y2="17690"/>
                        <a14:foregroundMark x1="84950" y1="18713" x2="86288" y2="27632"/>
                        <a14:foregroundMark x1="86120" y1="28801" x2="86789" y2="44737"/>
                        <a14:foregroundMark x1="86957" y1="45175" x2="88294" y2="78509"/>
                        <a14:foregroundMark x1="88294" y1="78509" x2="87625" y2="79971"/>
                        <a14:foregroundMark x1="36957" y1="76901" x2="44482" y2="77193"/>
                        <a14:foregroundMark x1="44983" y1="76901" x2="69064" y2="76462"/>
                        <a14:foregroundMark x1="21405" y1="29386" x2="24247" y2="29532"/>
                        <a14:foregroundMark x1="25920" y1="29240" x2="26923" y2="29386"/>
                        <a14:foregroundMark x1="26923" y1="30117" x2="27258" y2="34795"/>
                        <a14:foregroundMark x1="19337" y1="30664" x2="19732" y2="34357"/>
                        <a14:foregroundMark x1="20569" y1="35819" x2="25418" y2="35965"/>
                        <a14:foregroundMark x1="20234" y1="44298" x2="23746" y2="44298"/>
                        <a14:foregroundMark x1="20569" y1="58480" x2="26087" y2="58480"/>
                        <a14:foregroundMark x1="24784" y1="72368" x2="26421" y2="72368"/>
                        <a14:foregroundMark x1="20736" y1="72368" x2="24149" y2="72368"/>
                        <a14:foregroundMark x1="26902" y1="73977" x2="27258" y2="77193"/>
                        <a14:foregroundMark x1="26651" y1="71719" x2="26902" y2="73977"/>
                        <a14:foregroundMark x1="19231" y1="74561" x2="19398" y2="75146"/>
                        <a14:foregroundMark x1="19565" y1="76462" x2="19565" y2="77632"/>
                        <a14:foregroundMark x1="21070" y1="78363" x2="21739" y2="78509"/>
                        <a14:foregroundMark x1="19231" y1="46199" x2="19231" y2="46784"/>
                        <a14:foregroundMark x1="27258" y1="72807" x2="27258" y2="73246"/>
                        <a14:backgroundMark x1="25084" y1="23392" x2="50669" y2="23392"/>
                        <a14:backgroundMark x1="22327" y1="31908" x2="24080" y2="32164"/>
                        <a14:backgroundMark x1="23077" y1="32164" x2="24269" y2="32859"/>
                        <a14:backgroundMark x1="22408" y1="61404" x2="23077" y2="61404"/>
                        <a14:backgroundMark x1="22408" y1="74269" x2="22910" y2="74415"/>
                        <a14:backgroundMark x1="17893" y1="29971" x2="18060" y2="30848"/>
                        <a14:backgroundMark x1="25753" y1="73977" x2="25753" y2="73977"/>
                        <a14:backgroundMark x1="25585" y1="73830" x2="26254" y2="73684"/>
                      </a14:backgroundRemoval>
                    </a14:imgEffect>
                  </a14:imgLayer>
                </a14:imgProps>
              </a:ext>
            </a:extLst>
          </a:blip>
          <a:srcRect t="-24145" b="-24145"/>
          <a:stretch/>
        </p:blipFill>
        <p:spPr>
          <a:xfrm>
            <a:off x="658812" y="1794094"/>
            <a:ext cx="2565400" cy="4351338"/>
          </a:xfrm>
          <a:noFill/>
        </p:spPr>
      </p:pic>
      <p:pic>
        <p:nvPicPr>
          <p:cNvPr id="7" name="Grafik 6" descr="Marke 1 mit einfarbiger Füllung">
            <a:extLst>
              <a:ext uri="{FF2B5EF4-FFF2-40B4-BE49-F238E27FC236}">
                <a16:creationId xmlns:a16="http://schemas.microsoft.com/office/drawing/2014/main" id="{CC7C1E33-65F4-174B-AC49-89A113A4425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33470" y="2222337"/>
            <a:ext cx="756000" cy="756000"/>
          </a:xfrm>
          <a:prstGeom prst="rect">
            <a:avLst/>
          </a:prstGeom>
        </p:spPr>
      </p:pic>
      <p:sp>
        <p:nvSpPr>
          <p:cNvPr id="11" name="Rechteck 10">
            <a:extLst>
              <a:ext uri="{FF2B5EF4-FFF2-40B4-BE49-F238E27FC236}">
                <a16:creationId xmlns:a16="http://schemas.microsoft.com/office/drawing/2014/main" id="{4CB46FD8-87EE-B349-9D3F-04143F8594D6}"/>
              </a:ext>
            </a:extLst>
          </p:cNvPr>
          <p:cNvSpPr/>
          <p:nvPr/>
        </p:nvSpPr>
        <p:spPr>
          <a:xfrm>
            <a:off x="4088922" y="2348337"/>
            <a:ext cx="7444266" cy="504000"/>
          </a:xfrm>
          <a:prstGeom prst="rect">
            <a:avLst/>
          </a:prstGeom>
          <a:solidFill>
            <a:srgbClr val="85898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bIns="0" rtlCol="0" anchor="t"/>
          <a:lstStyle/>
          <a:p>
            <a:pPr marL="0" indent="0">
              <a:lnSpc>
                <a:spcPct val="150000"/>
              </a:lnSpc>
              <a:buFont typeface="Wingdings" panose="05000000000000000000" pitchFamily="2" charset="2"/>
              <a:buNone/>
            </a:pPr>
            <a:r>
              <a:rPr lang="de-DE" sz="2000" dirty="0">
                <a:solidFill>
                  <a:schemeClr val="bg1"/>
                </a:solidFill>
                <a:latin typeface="Arial" panose="020B0604020202020204" pitchFamily="34" charset="0"/>
                <a:cs typeface="Arial" panose="020B0604020202020204" pitchFamily="34" charset="0"/>
              </a:rPr>
              <a:t>Reflektion des Textes</a:t>
            </a:r>
          </a:p>
        </p:txBody>
      </p:sp>
    </p:spTree>
    <p:extLst>
      <p:ext uri="{BB962C8B-B14F-4D97-AF65-F5344CB8AC3E}">
        <p14:creationId xmlns:p14="http://schemas.microsoft.com/office/powerpoint/2010/main" val="14619924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4ABF05C-B97D-B24E-B248-8B984F39A4C7}"/>
              </a:ext>
            </a:extLst>
          </p:cNvPr>
          <p:cNvSpPr>
            <a:spLocks noGrp="1"/>
          </p:cNvSpPr>
          <p:nvPr>
            <p:ph type="title"/>
          </p:nvPr>
        </p:nvSpPr>
        <p:spPr/>
        <p:txBody>
          <a:bodyPr/>
          <a:lstStyle/>
          <a:p>
            <a:pPr marL="742950" indent="-742950">
              <a:buFont typeface="+mj-lt"/>
              <a:buAutoNum type="arabicPeriod"/>
            </a:pPr>
            <a:r>
              <a:rPr lang="de-DE" dirty="0"/>
              <a:t>Rekapitulation des Textes</a:t>
            </a:r>
          </a:p>
        </p:txBody>
      </p:sp>
      <p:pic>
        <p:nvPicPr>
          <p:cNvPr id="6" name="Bildplatzhalter 5">
            <a:extLst>
              <a:ext uri="{FF2B5EF4-FFF2-40B4-BE49-F238E27FC236}">
                <a16:creationId xmlns:a16="http://schemas.microsoft.com/office/drawing/2014/main" id="{DBB09541-DB2E-4449-B1A0-C501C85DF600}"/>
              </a:ext>
            </a:extLst>
          </p:cNvPr>
          <p:cNvPicPr>
            <a:picLocks noGrp="1" noChangeAspect="1"/>
          </p:cNvPicPr>
          <p:nvPr>
            <p:ph type="pic" sz="quarter" idx="13"/>
          </p:nvPr>
        </p:nvPicPr>
        <p:blipFill rotWithShape="1">
          <a:blip r:embed="rId2">
            <a:extLst>
              <a:ext uri="{BEBA8EAE-BF5A-486C-A8C5-ECC9F3942E4B}">
                <a14:imgProps xmlns:a14="http://schemas.microsoft.com/office/drawing/2010/main">
                  <a14:imgLayer r:embed="rId3">
                    <a14:imgEffect>
                      <a14:backgroundRemoval t="4569" b="89848" l="4945" r="92582">
                        <a14:foregroundMark x1="9615" y1="63198" x2="7967" y2="65736"/>
                        <a14:foregroundMark x1="14835" y1="37817" x2="23901" y2="26904"/>
                        <a14:foregroundMark x1="50549" y1="5076" x2="51099" y2="6599"/>
                        <a14:foregroundMark x1="76099" y1="25888" x2="83791" y2="35787"/>
                        <a14:foregroundMark x1="92033" y1="74112" x2="92857" y2="74112"/>
                        <a14:foregroundMark x1="57967" y1="82487" x2="51648" y2="80711"/>
                        <a14:foregroundMark x1="4945" y1="72589" x2="4945" y2="72843"/>
                      </a14:backgroundRemoval>
                    </a14:imgEffect>
                  </a14:imgLayer>
                </a14:imgProps>
              </a:ext>
            </a:extLst>
          </a:blip>
          <a:srcRect t="-28350" b="-28350"/>
          <a:stretch/>
        </p:blipFill>
        <p:spPr/>
      </p:pic>
      <p:sp>
        <p:nvSpPr>
          <p:cNvPr id="4" name="Textplatzhalter 3">
            <a:extLst>
              <a:ext uri="{FF2B5EF4-FFF2-40B4-BE49-F238E27FC236}">
                <a16:creationId xmlns:a16="http://schemas.microsoft.com/office/drawing/2014/main" id="{77648195-6477-4442-8475-46CE0CE7E08F}"/>
              </a:ext>
            </a:extLst>
          </p:cNvPr>
          <p:cNvSpPr>
            <a:spLocks noGrp="1"/>
          </p:cNvSpPr>
          <p:nvPr>
            <p:ph type="body" sz="quarter" idx="14"/>
          </p:nvPr>
        </p:nvSpPr>
        <p:spPr/>
        <p:txBody>
          <a:bodyPr>
            <a:noAutofit/>
          </a:bodyPr>
          <a:lstStyle/>
          <a:p>
            <a:pPr marL="0" indent="0" algn="just">
              <a:buNone/>
            </a:pPr>
            <a:r>
              <a:rPr lang="de-DE" sz="1800" dirty="0">
                <a:solidFill>
                  <a:schemeClr val="bg1"/>
                </a:solidFill>
              </a:rPr>
              <a:t>Um verschiedene PCs mit einem Netzwerk zu verbinden, sollte es einen Server geben, der genügend Kapazität hat, um zentral Daten zu speichern. Das schließt auch diverse Arbeitsprogramme mit ein.</a:t>
            </a:r>
          </a:p>
          <a:p>
            <a:pPr marL="0" indent="0" algn="just">
              <a:buNone/>
            </a:pPr>
            <a:r>
              <a:rPr lang="de-DE" sz="1800" dirty="0">
                <a:solidFill>
                  <a:schemeClr val="bg1"/>
                </a:solidFill>
              </a:rPr>
              <a:t>Nach Möglichkeit sollten alle Geräte, die zu dem Netzwerk gehören, das gleiche Betriebssystem haben und vom gleichen Typ sein.                          Ein Drucker kann dann von allen PCs des Netzes genutzt werden, um Dokumente zu drucken. Jeder Teilnehmer sollte sich mit seinem Login an jedem dieser Geräte anmelden, um dort Arbeiten erledigen zu können und auf wichtige Daten und abgelegte Dokumente Zugriff erhalten können. Jeder Mitarbeiter sollte Daten und Ordner auf dem Server speichern, damit diese bei Bedarf von Mitarbeitern eingesehen werden können.</a:t>
            </a:r>
          </a:p>
        </p:txBody>
      </p:sp>
    </p:spTree>
    <p:extLst>
      <p:ext uri="{BB962C8B-B14F-4D97-AF65-F5344CB8AC3E}">
        <p14:creationId xmlns:p14="http://schemas.microsoft.com/office/powerpoint/2010/main" val="474333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repeatCount="0" fill="hold" grpId="0" nodeType="clickEffect">
                                  <p:stCondLst>
                                    <p:cond delay="5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1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90B1938-4CE2-EF43-8A57-7C30D1EC3D83}"/>
              </a:ext>
            </a:extLst>
          </p:cNvPr>
          <p:cNvSpPr>
            <a:spLocks noGrp="1"/>
          </p:cNvSpPr>
          <p:nvPr>
            <p:ph type="title"/>
          </p:nvPr>
        </p:nvSpPr>
        <p:spPr/>
        <p:txBody>
          <a:bodyPr/>
          <a:lstStyle/>
          <a:p>
            <a:r>
              <a:rPr lang="de-DE" dirty="0">
                <a:solidFill>
                  <a:schemeClr val="bg1"/>
                </a:solidFill>
              </a:rPr>
              <a:t>Struktur</a:t>
            </a:r>
          </a:p>
        </p:txBody>
      </p:sp>
      <p:pic>
        <p:nvPicPr>
          <p:cNvPr id="7" name="Grafik 6" descr="Marke 1 mit einfarbiger Füllung">
            <a:extLst>
              <a:ext uri="{FF2B5EF4-FFF2-40B4-BE49-F238E27FC236}">
                <a16:creationId xmlns:a16="http://schemas.microsoft.com/office/drawing/2014/main" id="{CC7C1E33-65F4-174B-AC49-89A113A4425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133470" y="2222337"/>
            <a:ext cx="756000" cy="756000"/>
          </a:xfrm>
          <a:prstGeom prst="rect">
            <a:avLst/>
          </a:prstGeom>
        </p:spPr>
      </p:pic>
      <p:pic>
        <p:nvPicPr>
          <p:cNvPr id="8" name="Grafik 7" descr="Abzeichen mit einfarbiger Füllung">
            <a:extLst>
              <a:ext uri="{FF2B5EF4-FFF2-40B4-BE49-F238E27FC236}">
                <a16:creationId xmlns:a16="http://schemas.microsoft.com/office/drawing/2014/main" id="{A286960B-BE3D-FD41-AE43-FC5B7C14DD0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33470" y="3131986"/>
            <a:ext cx="756000" cy="756000"/>
          </a:xfrm>
          <a:prstGeom prst="rect">
            <a:avLst/>
          </a:prstGeom>
        </p:spPr>
      </p:pic>
      <p:sp>
        <p:nvSpPr>
          <p:cNvPr id="11" name="Rechteck 10">
            <a:extLst>
              <a:ext uri="{FF2B5EF4-FFF2-40B4-BE49-F238E27FC236}">
                <a16:creationId xmlns:a16="http://schemas.microsoft.com/office/drawing/2014/main" id="{4CB46FD8-87EE-B349-9D3F-04143F8594D6}"/>
              </a:ext>
            </a:extLst>
          </p:cNvPr>
          <p:cNvSpPr/>
          <p:nvPr/>
        </p:nvSpPr>
        <p:spPr>
          <a:xfrm>
            <a:off x="4088922" y="2348337"/>
            <a:ext cx="7444266" cy="504000"/>
          </a:xfrm>
          <a:prstGeom prst="rect">
            <a:avLst/>
          </a:prstGeom>
          <a:solidFill>
            <a:srgbClr val="85898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bIns="0" rtlCol="0" anchor="t"/>
          <a:lstStyle/>
          <a:p>
            <a:pPr marL="0" indent="0">
              <a:lnSpc>
                <a:spcPct val="150000"/>
              </a:lnSpc>
              <a:buFont typeface="Wingdings" panose="05000000000000000000" pitchFamily="2" charset="2"/>
              <a:buNone/>
            </a:pPr>
            <a:r>
              <a:rPr lang="de-DE" sz="2000" dirty="0">
                <a:solidFill>
                  <a:schemeClr val="bg1"/>
                </a:solidFill>
                <a:latin typeface="Arial" panose="020B0604020202020204" pitchFamily="34" charset="0"/>
                <a:cs typeface="Arial" panose="020B0604020202020204" pitchFamily="34" charset="0"/>
              </a:rPr>
              <a:t>Reproduktion des Testes</a:t>
            </a:r>
          </a:p>
        </p:txBody>
      </p:sp>
      <p:sp>
        <p:nvSpPr>
          <p:cNvPr id="12" name="Rechteck 11">
            <a:extLst>
              <a:ext uri="{FF2B5EF4-FFF2-40B4-BE49-F238E27FC236}">
                <a16:creationId xmlns:a16="http://schemas.microsoft.com/office/drawing/2014/main" id="{9108F9DF-D9E3-7C4E-85F1-81DB6D4D4FF3}"/>
              </a:ext>
            </a:extLst>
          </p:cNvPr>
          <p:cNvSpPr/>
          <p:nvPr/>
        </p:nvSpPr>
        <p:spPr>
          <a:xfrm>
            <a:off x="4088922" y="3259967"/>
            <a:ext cx="7444266" cy="504000"/>
          </a:xfrm>
          <a:prstGeom prst="rect">
            <a:avLst/>
          </a:prstGeom>
          <a:solidFill>
            <a:srgbClr val="85898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bIns="0" rtlCol="0" anchor="t"/>
          <a:lstStyle/>
          <a:p>
            <a:pPr>
              <a:lnSpc>
                <a:spcPct val="150000"/>
              </a:lnSpc>
            </a:pPr>
            <a:r>
              <a:rPr lang="de-DE" sz="2000" dirty="0">
                <a:solidFill>
                  <a:schemeClr val="bg1"/>
                </a:solidFill>
                <a:latin typeface="Arial" panose="020B0604020202020204" pitchFamily="34" charset="0"/>
                <a:cs typeface="Arial" panose="020B0604020202020204" pitchFamily="34" charset="0"/>
              </a:rPr>
              <a:t>Raumverteilung mit Sitzordnung</a:t>
            </a:r>
          </a:p>
        </p:txBody>
      </p:sp>
      <p:pic>
        <p:nvPicPr>
          <p:cNvPr id="15" name="Bildplatzhalter 14" descr="Ein Bild, das Text enthält.&#10;&#10;Automatisch generierte Beschreibung">
            <a:extLst>
              <a:ext uri="{FF2B5EF4-FFF2-40B4-BE49-F238E27FC236}">
                <a16:creationId xmlns:a16="http://schemas.microsoft.com/office/drawing/2014/main" id="{C1CB1D65-8D9F-B246-AEFD-BAAF70D06764}"/>
              </a:ext>
            </a:extLst>
          </p:cNvPr>
          <p:cNvPicPr>
            <a:picLocks noGrp="1" noChangeAspect="1"/>
          </p:cNvPicPr>
          <p:nvPr>
            <p:ph type="pic" sz="quarter" idx="13"/>
          </p:nvPr>
        </p:nvPicPr>
        <p:blipFill rotWithShape="1">
          <a:blip r:embed="rId6">
            <a:extLst>
              <a:ext uri="{BEBA8EAE-BF5A-486C-A8C5-ECC9F3942E4B}">
                <a14:imgProps xmlns:a14="http://schemas.microsoft.com/office/drawing/2010/main">
                  <a14:imgLayer r:embed="rId7">
                    <a14:imgEffect>
                      <a14:backgroundRemoval t="7923" b="91257" l="8537" r="90000">
                        <a14:foregroundMark x1="37317" y1="14208" x2="41463" y2="14208"/>
                        <a14:foregroundMark x1="69024" y1="73497" x2="69024" y2="73497"/>
                        <a14:foregroundMark x1="61707" y1="81694" x2="61707" y2="81694"/>
                        <a14:foregroundMark x1="54146" y1="68033" x2="54146" y2="68033"/>
                        <a14:foregroundMark x1="21463" y1="51913" x2="21463" y2="53825"/>
                        <a14:foregroundMark x1="20244" y1="50273" x2="21951" y2="50546"/>
                        <a14:foregroundMark x1="19268" y1="18852" x2="21707" y2="20492"/>
                        <a14:foregroundMark x1="21951" y1="17760" x2="24634" y2="20219"/>
                        <a14:foregroundMark x1="25610" y1="27049" x2="25610" y2="27049"/>
                        <a14:foregroundMark x1="30000" y1="30601" x2="30000" y2="30601"/>
                        <a14:foregroundMark x1="15366" y1="36339" x2="18537" y2="37978"/>
                        <a14:foregroundMark x1="17805" y1="42350" x2="19756" y2="42077"/>
                        <a14:foregroundMark x1="14146" y1="44536" x2="16341" y2="44536"/>
                        <a14:foregroundMark x1="18049" y1="48087" x2="19268" y2="49454"/>
                        <a14:foregroundMark x1="9024" y1="56011" x2="9024" y2="56011"/>
                        <a14:foregroundMark x1="9024" y1="57377" x2="10976" y2="57377"/>
                        <a14:foregroundMark x1="14390" y1="57650" x2="15610" y2="57923"/>
                        <a14:foregroundMark x1="16341" y1="59016" x2="19512" y2="59290"/>
                        <a14:foregroundMark x1="12683" y1="60383" x2="12683" y2="60383"/>
                        <a14:foregroundMark x1="12927" y1="59836" x2="12927" y2="87705"/>
                        <a14:foregroundMark x1="66829" y1="10109" x2="66829" y2="10109"/>
                        <a14:foregroundMark x1="68293" y1="14754" x2="68293" y2="14754"/>
                        <a14:foregroundMark x1="69512" y1="12022" x2="60488" y2="13388"/>
                        <a14:foregroundMark x1="48537" y1="26230" x2="48049" y2="28962"/>
                        <a14:foregroundMark x1="57317" y1="47541" x2="57561" y2="51913"/>
                        <a14:foregroundMark x1="61220" y1="43989" x2="62195" y2="46448"/>
                        <a14:foregroundMark x1="50488" y1="44809" x2="48293" y2="45082"/>
                        <a14:foregroundMark x1="53902" y1="44262" x2="53902" y2="45902"/>
                        <a14:foregroundMark x1="23171" y1="24590" x2="23171" y2="24590"/>
                        <a14:foregroundMark x1="77805" y1="91257" x2="77805" y2="91257"/>
                        <a14:foregroundMark x1="89024" y1="89891" x2="89024" y2="89891"/>
                        <a14:foregroundMark x1="40732" y1="91530" x2="40732" y2="91530"/>
                        <a14:foregroundMark x1="23415" y1="90710" x2="23415" y2="90710"/>
                        <a14:foregroundMark x1="29024" y1="83607" x2="29024" y2="83607"/>
                        <a14:foregroundMark x1="11707" y1="33060" x2="11707" y2="33060"/>
                        <a14:foregroundMark x1="11220" y1="32787" x2="11951" y2="32787"/>
                        <a14:foregroundMark x1="13659" y1="32240" x2="13659" y2="32240"/>
                        <a14:foregroundMark x1="11951" y1="32240" x2="11951" y2="32240"/>
                        <a14:foregroundMark x1="11220" y1="32240" x2="11220" y2="32240"/>
                        <a14:foregroundMark x1="64146" y1="80601" x2="64146" y2="80601"/>
                        <a14:foregroundMark x1="62195" y1="80601" x2="62195" y2="80601"/>
                        <a14:foregroundMark x1="60244" y1="80601" x2="60244" y2="80601"/>
                        <a14:foregroundMark x1="61951" y1="80601" x2="61951" y2="80601"/>
                        <a14:foregroundMark x1="60488" y1="80328" x2="63171" y2="80601"/>
                        <a14:foregroundMark x1="68537" y1="72678" x2="68537" y2="72678"/>
                        <a14:foregroundMark x1="70244" y1="65027" x2="70244" y2="65027"/>
                        <a14:foregroundMark x1="65122" y1="61475" x2="65122" y2="61475"/>
                        <a14:foregroundMark x1="21951" y1="42623" x2="21951" y2="42623"/>
                        <a14:foregroundMark x1="45122" y1="7923" x2="45122" y2="7923"/>
                        <a14:foregroundMark x1="16829" y1="40164" x2="18780" y2="41803"/>
                        <a14:backgroundMark x1="58293" y1="71585" x2="58293" y2="71585"/>
                        <a14:backgroundMark x1="58537" y1="71585" x2="58537" y2="72404"/>
                        <a14:backgroundMark x1="58780" y1="71311" x2="58780" y2="71858"/>
                        <a14:backgroundMark x1="58537" y1="71311" x2="58780" y2="72131"/>
                        <a14:backgroundMark x1="58780" y1="71038" x2="59024" y2="72131"/>
                        <a14:backgroundMark x1="58537" y1="71038" x2="60000" y2="72131"/>
                        <a14:backgroundMark x1="60732" y1="79235" x2="60886" y2="79667"/>
                        <a14:backgroundMark x1="60732" y1="78962" x2="60976" y2="78962"/>
                        <a14:backgroundMark x1="60244" y1="78962" x2="61311" y2="78962"/>
                        <a14:backgroundMark x1="16341" y1="90710" x2="16341" y2="91257"/>
                        <a14:backgroundMark x1="16585" y1="90437" x2="16829" y2="91803"/>
                      </a14:backgroundRemoval>
                    </a14:imgEffect>
                  </a14:imgLayer>
                </a14:imgProps>
              </a:ext>
            </a:extLst>
          </a:blip>
          <a:srcRect t="-45003" b="-45003"/>
          <a:stretch/>
        </p:blipFill>
        <p:spPr/>
      </p:pic>
    </p:spTree>
    <p:extLst>
      <p:ext uri="{BB962C8B-B14F-4D97-AF65-F5344CB8AC3E}">
        <p14:creationId xmlns:p14="http://schemas.microsoft.com/office/powerpoint/2010/main" val="1232500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BB285826-D630-F044-BD4F-161333CFB2D5}"/>
              </a:ext>
            </a:extLst>
          </p:cNvPr>
          <p:cNvSpPr>
            <a:spLocks noGrp="1"/>
          </p:cNvSpPr>
          <p:nvPr>
            <p:ph type="title"/>
          </p:nvPr>
        </p:nvSpPr>
        <p:spPr/>
        <p:txBody>
          <a:bodyPr/>
          <a:lstStyle/>
          <a:p>
            <a:pPr marL="742950" indent="-742950">
              <a:buFont typeface="+mj-lt"/>
              <a:buAutoNum type="arabicPeriod" startAt="2"/>
            </a:pPr>
            <a:r>
              <a:rPr lang="de-DE" dirty="0"/>
              <a:t>Raumverteilung mit Sitzordnung</a:t>
            </a:r>
            <a:endParaRPr lang="de-DE" dirty="0">
              <a:solidFill>
                <a:schemeClr val="bg1"/>
              </a:solidFill>
            </a:endParaRPr>
          </a:p>
        </p:txBody>
      </p:sp>
      <p:pic>
        <p:nvPicPr>
          <p:cNvPr id="7" name="Bildplatzhalter 6" descr="Ein Bild, das dunkel, Nachthimmel enthält.&#10;&#10;Automatisch generierte Beschreibung">
            <a:extLst>
              <a:ext uri="{FF2B5EF4-FFF2-40B4-BE49-F238E27FC236}">
                <a16:creationId xmlns:a16="http://schemas.microsoft.com/office/drawing/2014/main" id="{B6A9C7CE-50AF-8F4D-A21C-9094993B5A73}"/>
              </a:ext>
            </a:extLst>
          </p:cNvPr>
          <p:cNvPicPr>
            <a:picLocks noGrp="1" noChangeAspect="1"/>
          </p:cNvPicPr>
          <p:nvPr>
            <p:ph type="pic" sz="quarter" idx="13"/>
          </p:nvPr>
        </p:nvPicPr>
        <p:blipFill>
          <a:blip r:embed="rId2"/>
          <a:srcRect t="55" b="55"/>
          <a:stretch>
            <a:fillRect/>
          </a:stretch>
        </p:blipFill>
        <p:spPr/>
      </p:pic>
      <p:pic>
        <p:nvPicPr>
          <p:cNvPr id="9" name="Bildplatzhalter 8">
            <a:extLst>
              <a:ext uri="{FF2B5EF4-FFF2-40B4-BE49-F238E27FC236}">
                <a16:creationId xmlns:a16="http://schemas.microsoft.com/office/drawing/2014/main" id="{ABF5F931-A67A-E34D-93CB-9B70C99C6129}"/>
              </a:ext>
            </a:extLst>
          </p:cNvPr>
          <p:cNvPicPr>
            <a:picLocks noGrp="1" noChangeAspect="1"/>
          </p:cNvPicPr>
          <p:nvPr>
            <p:ph type="pic" sz="quarter" idx="14"/>
          </p:nvPr>
        </p:nvPicPr>
        <p:blipFill rotWithShape="1">
          <a:blip r:embed="rId3"/>
          <a:srcRect l="-27884" r="-27884"/>
          <a:stretch/>
        </p:blipFill>
        <p:spPr/>
      </p:pic>
      <p:grpSp>
        <p:nvGrpSpPr>
          <p:cNvPr id="40" name="Gruppieren 39">
            <a:extLst>
              <a:ext uri="{FF2B5EF4-FFF2-40B4-BE49-F238E27FC236}">
                <a16:creationId xmlns:a16="http://schemas.microsoft.com/office/drawing/2014/main" id="{B746D673-9C8C-6348-BC1C-D1D2DCBE144F}"/>
              </a:ext>
            </a:extLst>
          </p:cNvPr>
          <p:cNvGrpSpPr/>
          <p:nvPr/>
        </p:nvGrpSpPr>
        <p:grpSpPr>
          <a:xfrm>
            <a:off x="7097801" y="4436489"/>
            <a:ext cx="725743" cy="1146543"/>
            <a:chOff x="8570550" y="4774779"/>
            <a:chExt cx="725743" cy="1146543"/>
          </a:xfrm>
        </p:grpSpPr>
        <p:pic>
          <p:nvPicPr>
            <p:cNvPr id="15" name="Grafik 14">
              <a:extLst>
                <a:ext uri="{FF2B5EF4-FFF2-40B4-BE49-F238E27FC236}">
                  <a16:creationId xmlns:a16="http://schemas.microsoft.com/office/drawing/2014/main" id="{10B5F239-7C39-1644-B8FB-E1E6635A4054}"/>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7161" b="89770" l="8065" r="96595">
                          <a14:foregroundMark x1="11649" y1="10997" x2="18817" y2="11253"/>
                          <a14:foregroundMark x1="17921" y1="10486" x2="25448" y2="10742"/>
                          <a14:foregroundMark x1="25448" y1="10742" x2="48387" y2="10230"/>
                          <a14:foregroundMark x1="48387" y1="10230" x2="62186" y2="10230"/>
                          <a14:foregroundMark x1="10036" y1="10486" x2="8244" y2="16880"/>
                          <a14:foregroundMark x1="8065" y1="18159" x2="8244" y2="54220"/>
                          <a14:foregroundMark x1="8423" y1="53964" x2="9498" y2="60102"/>
                          <a14:foregroundMark x1="9677" y1="61637" x2="14516" y2="63171"/>
                          <a14:foregroundMark x1="15591" y1="62660" x2="26165" y2="63939"/>
                          <a14:foregroundMark x1="27599" y1="63683" x2="34946" y2="63939"/>
                          <a14:foregroundMark x1="35484" y1="64450" x2="37814" y2="72379"/>
                          <a14:foregroundMark x1="34946" y1="69821" x2="33692" y2="81586"/>
                          <a14:foregroundMark x1="23656" y1="82097" x2="31362" y2="82353"/>
                          <a14:foregroundMark x1="31362" y1="82353" x2="46237" y2="82097"/>
                          <a14:foregroundMark x1="46237" y1="82097" x2="50000" y2="82097"/>
                          <a14:foregroundMark x1="22401" y1="79284" x2="27419" y2="79540"/>
                          <a14:foregroundMark x1="39606" y1="78261" x2="46416" y2="79028"/>
                          <a14:foregroundMark x1="50000" y1="79028" x2="51254" y2="79028"/>
                          <a14:foregroundMark x1="41219" y1="74936" x2="41039" y2="62660"/>
                          <a14:foregroundMark x1="40860" y1="62404" x2="47133" y2="62148"/>
                          <a14:foregroundMark x1="48387" y1="62148" x2="57706" y2="61637"/>
                          <a14:foregroundMark x1="58602" y1="62148" x2="63082" y2="62148"/>
                          <a14:foregroundMark x1="64337" y1="61637" x2="65233" y2="61125"/>
                          <a14:foregroundMark x1="65054" y1="60102" x2="65054" y2="16624"/>
                          <a14:foregroundMark x1="65054" y1="16624" x2="63262" y2="11253"/>
                          <a14:foregroundMark x1="76703" y1="18159" x2="85842" y2="17391"/>
                          <a14:foregroundMark x1="77061" y1="21483" x2="89785" y2="20460"/>
                          <a14:foregroundMark x1="84229" y1="18159" x2="91398" y2="17903"/>
                          <a14:foregroundMark x1="91398" y1="17903" x2="92652" y2="17903"/>
                          <a14:foregroundMark x1="96057" y1="12020" x2="96774" y2="19693"/>
                          <a14:foregroundMark x1="93369" y1="7417" x2="86022" y2="7161"/>
                          <a14:backgroundMark x1="18280" y1="18926" x2="28853" y2="20460"/>
                          <a14:backgroundMark x1="11174" y1="30474" x2="45161" y2="41176"/>
                        </a14:backgroundRemoval>
                      </a14:imgEffect>
                    </a14:imgLayer>
                  </a14:imgProps>
                </a:ext>
              </a:extLst>
            </a:blip>
            <a:stretch>
              <a:fillRect/>
            </a:stretch>
          </p:blipFill>
          <p:spPr>
            <a:xfrm>
              <a:off x="8609988" y="4774779"/>
              <a:ext cx="405085" cy="283850"/>
            </a:xfrm>
            <a:prstGeom prst="rect">
              <a:avLst/>
            </a:prstGeom>
          </p:spPr>
        </p:pic>
        <p:sp>
          <p:nvSpPr>
            <p:cNvPr id="23" name="Textfeld 22">
              <a:extLst>
                <a:ext uri="{FF2B5EF4-FFF2-40B4-BE49-F238E27FC236}">
                  <a16:creationId xmlns:a16="http://schemas.microsoft.com/office/drawing/2014/main" id="{9B864011-2158-844E-8099-5A30C7419BF6}"/>
                </a:ext>
              </a:extLst>
            </p:cNvPr>
            <p:cNvSpPr txBox="1"/>
            <p:nvPr/>
          </p:nvSpPr>
          <p:spPr>
            <a:xfrm rot="16200000">
              <a:off x="8779533" y="5404562"/>
              <a:ext cx="307777" cy="725743"/>
            </a:xfrm>
            <a:prstGeom prst="rect">
              <a:avLst/>
            </a:prstGeom>
            <a:noFill/>
          </p:spPr>
          <p:txBody>
            <a:bodyPr vert="vert" wrap="square" rtlCol="0">
              <a:spAutoFit/>
            </a:bodyPr>
            <a:lstStyle/>
            <a:p>
              <a:pPr algn="ctr"/>
              <a:r>
                <a:rPr lang="de-DE" sz="800" dirty="0"/>
                <a:t>Judith</a:t>
              </a:r>
              <a:endParaRPr lang="de-DE" sz="1050" dirty="0"/>
            </a:p>
          </p:txBody>
        </p:sp>
      </p:grpSp>
      <p:grpSp>
        <p:nvGrpSpPr>
          <p:cNvPr id="42" name="Gruppieren 41">
            <a:extLst>
              <a:ext uri="{FF2B5EF4-FFF2-40B4-BE49-F238E27FC236}">
                <a16:creationId xmlns:a16="http://schemas.microsoft.com/office/drawing/2014/main" id="{94A9DB59-B489-DC43-A810-D314E0592F88}"/>
              </a:ext>
            </a:extLst>
          </p:cNvPr>
          <p:cNvGrpSpPr/>
          <p:nvPr/>
        </p:nvGrpSpPr>
        <p:grpSpPr>
          <a:xfrm>
            <a:off x="7743790" y="4366904"/>
            <a:ext cx="1598515" cy="1818849"/>
            <a:chOff x="6668342" y="4848755"/>
            <a:chExt cx="1598515" cy="1818849"/>
          </a:xfrm>
        </p:grpSpPr>
        <p:grpSp>
          <p:nvGrpSpPr>
            <p:cNvPr id="37" name="Gruppieren 36">
              <a:extLst>
                <a:ext uri="{FF2B5EF4-FFF2-40B4-BE49-F238E27FC236}">
                  <a16:creationId xmlns:a16="http://schemas.microsoft.com/office/drawing/2014/main" id="{5B3EAC12-DE21-FB49-AA61-61B8B69979E8}"/>
                </a:ext>
              </a:extLst>
            </p:cNvPr>
            <p:cNvGrpSpPr/>
            <p:nvPr/>
          </p:nvGrpSpPr>
          <p:grpSpPr>
            <a:xfrm>
              <a:off x="7232627" y="4848755"/>
              <a:ext cx="973969" cy="482864"/>
              <a:chOff x="7232627" y="4848755"/>
              <a:chExt cx="973969" cy="482864"/>
            </a:xfrm>
          </p:grpSpPr>
          <p:pic>
            <p:nvPicPr>
              <p:cNvPr id="14" name="Grafik 13">
                <a:extLst>
                  <a:ext uri="{FF2B5EF4-FFF2-40B4-BE49-F238E27FC236}">
                    <a16:creationId xmlns:a16="http://schemas.microsoft.com/office/drawing/2014/main" id="{8EA7AB54-98B9-0148-84BF-50C12A5F25B5}"/>
                  </a:ext>
                </a:extLst>
              </p:cNvPr>
              <p:cNvPicPr>
                <a:picLocks noChangeAspect="1"/>
              </p:cNvPicPr>
              <p:nvPr/>
            </p:nvPicPr>
            <p:blipFill>
              <a:blip r:embed="rId4">
                <a:extLst>
                  <a:ext uri="{BEBA8EAE-BF5A-486C-A8C5-ECC9F3942E4B}">
                    <a14:imgProps xmlns:a14="http://schemas.microsoft.com/office/drawing/2010/main">
                      <a14:imgLayer r:embed="rId6">
                        <a14:imgEffect>
                          <a14:backgroundRemoval t="7161" b="89770" l="8065" r="96595">
                            <a14:foregroundMark x1="11649" y1="10997" x2="18817" y2="11253"/>
                            <a14:foregroundMark x1="17921" y1="10486" x2="25448" y2="10742"/>
                            <a14:foregroundMark x1="25448" y1="10742" x2="48387" y2="10230"/>
                            <a14:foregroundMark x1="48387" y1="10230" x2="62186" y2="10230"/>
                            <a14:foregroundMark x1="10036" y1="10486" x2="8244" y2="16880"/>
                            <a14:foregroundMark x1="8065" y1="18159" x2="8244" y2="54220"/>
                            <a14:foregroundMark x1="8423" y1="53964" x2="9498" y2="60102"/>
                            <a14:foregroundMark x1="9677" y1="61637" x2="14516" y2="63171"/>
                            <a14:foregroundMark x1="15591" y1="62660" x2="26165" y2="63939"/>
                            <a14:foregroundMark x1="27599" y1="63683" x2="34946" y2="63939"/>
                            <a14:foregroundMark x1="35484" y1="64450" x2="37814" y2="72379"/>
                            <a14:foregroundMark x1="34946" y1="69821" x2="33692" y2="81586"/>
                            <a14:foregroundMark x1="23656" y1="82097" x2="31362" y2="82353"/>
                            <a14:foregroundMark x1="31362" y1="82353" x2="46237" y2="82097"/>
                            <a14:foregroundMark x1="46237" y1="82097" x2="50000" y2="82097"/>
                            <a14:foregroundMark x1="22401" y1="79284" x2="27419" y2="79540"/>
                            <a14:foregroundMark x1="39606" y1="78261" x2="46416" y2="79028"/>
                            <a14:foregroundMark x1="50000" y1="79028" x2="51254" y2="79028"/>
                            <a14:foregroundMark x1="41219" y1="74936" x2="41039" y2="62660"/>
                            <a14:foregroundMark x1="40860" y1="62404" x2="47133" y2="62148"/>
                            <a14:foregroundMark x1="48387" y1="62148" x2="57706" y2="61637"/>
                            <a14:foregroundMark x1="58602" y1="62148" x2="63082" y2="62148"/>
                            <a14:foregroundMark x1="64337" y1="61637" x2="65233" y2="61125"/>
                            <a14:foregroundMark x1="65054" y1="60102" x2="65054" y2="16624"/>
                            <a14:foregroundMark x1="65054" y1="16624" x2="63262" y2="11253"/>
                            <a14:foregroundMark x1="76703" y1="18159" x2="85842" y2="17391"/>
                            <a14:foregroundMark x1="77061" y1="21483" x2="89785" y2="20460"/>
                            <a14:foregroundMark x1="84229" y1="18159" x2="91398" y2="17903"/>
                            <a14:foregroundMark x1="91398" y1="17903" x2="92652" y2="17903"/>
                            <a14:foregroundMark x1="96057" y1="12020" x2="96774" y2="19693"/>
                            <a14:foregroundMark x1="93369" y1="7417" x2="86022" y2="7161"/>
                            <a14:backgroundMark x1="18280" y1="18926" x2="28853" y2="20460"/>
                            <a14:backgroundMark x1="11174" y1="30474" x2="45161" y2="41176"/>
                          </a14:backgroundRemoval>
                        </a14:imgEffect>
                      </a14:imgLayer>
                    </a14:imgProps>
                  </a:ext>
                </a:extLst>
              </a:blip>
              <a:stretch>
                <a:fillRect/>
              </a:stretch>
            </p:blipFill>
            <p:spPr>
              <a:xfrm>
                <a:off x="7232627" y="4848755"/>
                <a:ext cx="484503" cy="339499"/>
              </a:xfrm>
              <a:prstGeom prst="rect">
                <a:avLst/>
              </a:prstGeom>
            </p:spPr>
          </p:pic>
          <p:sp>
            <p:nvSpPr>
              <p:cNvPr id="24" name="Textfeld 23">
                <a:extLst>
                  <a:ext uri="{FF2B5EF4-FFF2-40B4-BE49-F238E27FC236}">
                    <a16:creationId xmlns:a16="http://schemas.microsoft.com/office/drawing/2014/main" id="{9FB317FC-A6DD-CD47-A6FC-FAE37CAD68FF}"/>
                  </a:ext>
                </a:extLst>
              </p:cNvPr>
              <p:cNvSpPr txBox="1"/>
              <p:nvPr/>
            </p:nvSpPr>
            <p:spPr>
              <a:xfrm>
                <a:off x="7883431" y="5003644"/>
                <a:ext cx="323165" cy="327975"/>
              </a:xfrm>
              <a:prstGeom prst="rect">
                <a:avLst/>
              </a:prstGeom>
              <a:noFill/>
            </p:spPr>
            <p:txBody>
              <a:bodyPr vert="vert" wrap="none" rtlCol="0">
                <a:spAutoFit/>
              </a:bodyPr>
              <a:lstStyle/>
              <a:p>
                <a:r>
                  <a:rPr lang="de-DE" sz="900" dirty="0"/>
                  <a:t>Frei*</a:t>
                </a:r>
              </a:p>
            </p:txBody>
          </p:sp>
        </p:grpSp>
        <p:sp>
          <p:nvSpPr>
            <p:cNvPr id="41" name="Textfeld 40">
              <a:extLst>
                <a:ext uri="{FF2B5EF4-FFF2-40B4-BE49-F238E27FC236}">
                  <a16:creationId xmlns:a16="http://schemas.microsoft.com/office/drawing/2014/main" id="{1DB9CF96-F874-D44C-AF44-E0539F945857}"/>
                </a:ext>
              </a:extLst>
            </p:cNvPr>
            <p:cNvSpPr txBox="1"/>
            <p:nvPr/>
          </p:nvSpPr>
          <p:spPr>
            <a:xfrm>
              <a:off x="6668342" y="6413688"/>
              <a:ext cx="1598515" cy="253916"/>
            </a:xfrm>
            <a:prstGeom prst="rect">
              <a:avLst/>
            </a:prstGeom>
            <a:noFill/>
          </p:spPr>
          <p:txBody>
            <a:bodyPr wrap="none" rtlCol="0">
              <a:spAutoFit/>
            </a:bodyPr>
            <a:lstStyle/>
            <a:p>
              <a:r>
                <a:rPr lang="de-DE" sz="1050" dirty="0"/>
                <a:t>Für ein neuen Mitarbeiter</a:t>
              </a:r>
            </a:p>
          </p:txBody>
        </p:sp>
      </p:grpSp>
      <p:grpSp>
        <p:nvGrpSpPr>
          <p:cNvPr id="44" name="Gruppieren 43">
            <a:extLst>
              <a:ext uri="{FF2B5EF4-FFF2-40B4-BE49-F238E27FC236}">
                <a16:creationId xmlns:a16="http://schemas.microsoft.com/office/drawing/2014/main" id="{DBC6A9AD-7B46-2049-9BAA-284101760966}"/>
              </a:ext>
            </a:extLst>
          </p:cNvPr>
          <p:cNvGrpSpPr/>
          <p:nvPr/>
        </p:nvGrpSpPr>
        <p:grpSpPr>
          <a:xfrm>
            <a:off x="5583178" y="4040306"/>
            <a:ext cx="833779" cy="1349344"/>
            <a:chOff x="5583178" y="4040306"/>
            <a:chExt cx="833779" cy="1349344"/>
          </a:xfrm>
        </p:grpSpPr>
        <p:grpSp>
          <p:nvGrpSpPr>
            <p:cNvPr id="39" name="Gruppieren 38">
              <a:extLst>
                <a:ext uri="{FF2B5EF4-FFF2-40B4-BE49-F238E27FC236}">
                  <a16:creationId xmlns:a16="http://schemas.microsoft.com/office/drawing/2014/main" id="{69CEF62B-28A8-8E40-8B24-07A77726D5EB}"/>
                </a:ext>
              </a:extLst>
            </p:cNvPr>
            <p:cNvGrpSpPr/>
            <p:nvPr/>
          </p:nvGrpSpPr>
          <p:grpSpPr>
            <a:xfrm>
              <a:off x="5583178" y="4040306"/>
              <a:ext cx="833779" cy="725743"/>
              <a:chOff x="5571055" y="4521898"/>
              <a:chExt cx="833779" cy="725743"/>
            </a:xfrm>
          </p:grpSpPr>
          <p:pic>
            <p:nvPicPr>
              <p:cNvPr id="13" name="Grafik 12">
                <a:extLst>
                  <a:ext uri="{FF2B5EF4-FFF2-40B4-BE49-F238E27FC236}">
                    <a16:creationId xmlns:a16="http://schemas.microsoft.com/office/drawing/2014/main" id="{A4233001-481E-7A43-A166-70165CE95FC1}"/>
                  </a:ext>
                </a:extLst>
              </p:cNvPr>
              <p:cNvPicPr>
                <a:picLocks noChangeAspect="1"/>
              </p:cNvPicPr>
              <p:nvPr/>
            </p:nvPicPr>
            <p:blipFill>
              <a:blip r:embed="rId4">
                <a:extLst>
                  <a:ext uri="{BEBA8EAE-BF5A-486C-A8C5-ECC9F3942E4B}">
                    <a14:imgProps xmlns:a14="http://schemas.microsoft.com/office/drawing/2010/main">
                      <a14:imgLayer r:embed="rId7">
                        <a14:imgEffect>
                          <a14:backgroundRemoval t="7161" b="89770" l="8065" r="96595">
                            <a14:foregroundMark x1="11649" y1="10997" x2="18817" y2="11253"/>
                            <a14:foregroundMark x1="17921" y1="10486" x2="25448" y2="10742"/>
                            <a14:foregroundMark x1="25448" y1="10742" x2="48387" y2="10230"/>
                            <a14:foregroundMark x1="48387" y1="10230" x2="62186" y2="10230"/>
                            <a14:foregroundMark x1="10036" y1="10486" x2="8244" y2="16880"/>
                            <a14:foregroundMark x1="8065" y1="18159" x2="8244" y2="54220"/>
                            <a14:foregroundMark x1="8423" y1="53964" x2="9498" y2="60102"/>
                            <a14:foregroundMark x1="9677" y1="61637" x2="14516" y2="63171"/>
                            <a14:foregroundMark x1="15591" y1="62660" x2="26165" y2="63939"/>
                            <a14:foregroundMark x1="27599" y1="63683" x2="34946" y2="63939"/>
                            <a14:foregroundMark x1="35484" y1="64450" x2="37814" y2="72379"/>
                            <a14:foregroundMark x1="34946" y1="69821" x2="33692" y2="81586"/>
                            <a14:foregroundMark x1="23656" y1="82097" x2="31362" y2="82353"/>
                            <a14:foregroundMark x1="31362" y1="82353" x2="46237" y2="82097"/>
                            <a14:foregroundMark x1="46237" y1="82097" x2="50000" y2="82097"/>
                            <a14:foregroundMark x1="22401" y1="79284" x2="27419" y2="79540"/>
                            <a14:foregroundMark x1="39606" y1="78261" x2="46416" y2="79028"/>
                            <a14:foregroundMark x1="50000" y1="79028" x2="51254" y2="79028"/>
                            <a14:foregroundMark x1="41219" y1="74936" x2="41039" y2="62660"/>
                            <a14:foregroundMark x1="40860" y1="62404" x2="47133" y2="62148"/>
                            <a14:foregroundMark x1="48387" y1="62148" x2="57706" y2="61637"/>
                            <a14:foregroundMark x1="58602" y1="62148" x2="63082" y2="62148"/>
                            <a14:foregroundMark x1="64337" y1="61637" x2="65233" y2="61125"/>
                            <a14:foregroundMark x1="65054" y1="60102" x2="65054" y2="16624"/>
                            <a14:foregroundMark x1="65054" y1="16624" x2="63262" y2="11253"/>
                            <a14:foregroundMark x1="76703" y1="18159" x2="85842" y2="17391"/>
                            <a14:foregroundMark x1="77061" y1="21483" x2="89785" y2="20460"/>
                            <a14:foregroundMark x1="84229" y1="18159" x2="91398" y2="17903"/>
                            <a14:foregroundMark x1="91398" y1="17903" x2="92652" y2="17903"/>
                            <a14:foregroundMark x1="96057" y1="12020" x2="96774" y2="19693"/>
                            <a14:foregroundMark x1="93369" y1="7417" x2="86022" y2="7161"/>
                            <a14:backgroundMark x1="18280" y1="18926" x2="28853" y2="20460"/>
                            <a14:backgroundMark x1="11174" y1="30474" x2="45161" y2="41176"/>
                          </a14:backgroundRemoval>
                        </a14:imgEffect>
                      </a14:imgLayer>
                    </a14:imgProps>
                  </a:ext>
                </a:extLst>
              </a:blip>
              <a:stretch>
                <a:fillRect/>
              </a:stretch>
            </p:blipFill>
            <p:spPr>
              <a:xfrm>
                <a:off x="5920331" y="4865890"/>
                <a:ext cx="484503" cy="339499"/>
              </a:xfrm>
              <a:prstGeom prst="rect">
                <a:avLst/>
              </a:prstGeom>
            </p:spPr>
          </p:pic>
          <p:sp>
            <p:nvSpPr>
              <p:cNvPr id="38" name="Textfeld 37">
                <a:extLst>
                  <a:ext uri="{FF2B5EF4-FFF2-40B4-BE49-F238E27FC236}">
                    <a16:creationId xmlns:a16="http://schemas.microsoft.com/office/drawing/2014/main" id="{A8C28A1D-4AB1-C94E-AA2F-D44EAF91C15E}"/>
                  </a:ext>
                </a:extLst>
              </p:cNvPr>
              <p:cNvSpPr txBox="1"/>
              <p:nvPr/>
            </p:nvSpPr>
            <p:spPr>
              <a:xfrm>
                <a:off x="5571055" y="4521898"/>
                <a:ext cx="346249" cy="725743"/>
              </a:xfrm>
              <a:prstGeom prst="rect">
                <a:avLst/>
              </a:prstGeom>
              <a:noFill/>
            </p:spPr>
            <p:txBody>
              <a:bodyPr vert="vert270" wrap="square" rtlCol="0" anchor="b" anchorCtr="0">
                <a:spAutoFit/>
              </a:bodyPr>
              <a:lstStyle/>
              <a:p>
                <a:pPr algn="ctr"/>
                <a:r>
                  <a:rPr lang="de-DE" sz="1050" dirty="0"/>
                  <a:t>Manfred</a:t>
                </a:r>
              </a:p>
            </p:txBody>
          </p:sp>
        </p:grpSp>
        <p:pic>
          <p:nvPicPr>
            <p:cNvPr id="43" name="Grafik 42">
              <a:extLst>
                <a:ext uri="{FF2B5EF4-FFF2-40B4-BE49-F238E27FC236}">
                  <a16:creationId xmlns:a16="http://schemas.microsoft.com/office/drawing/2014/main" id="{C16895CE-F091-BD4F-A16C-B58EBEC0350A}"/>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9831" b="89831" l="8791" r="89835">
                          <a14:foregroundMark x1="15385" y1="20339" x2="15385" y2="22373"/>
                          <a14:foregroundMark x1="15385" y1="24068" x2="15385" y2="39322"/>
                          <a14:foregroundMark x1="15385" y1="40000" x2="15110" y2="58305"/>
                          <a14:foregroundMark x1="22253" y1="23390" x2="25549" y2="23390"/>
                          <a14:foregroundMark x1="26648" y1="23390" x2="30220" y2="23729"/>
                          <a14:foregroundMark x1="31319" y1="23729" x2="35440" y2="24068"/>
                          <a14:foregroundMark x1="37363" y1="24068" x2="39835" y2="24407"/>
                          <a14:foregroundMark x1="42033" y1="24407" x2="44780" y2="24407"/>
                          <a14:foregroundMark x1="48077" y1="24068" x2="46978" y2="24068"/>
                          <a14:foregroundMark x1="50275" y1="24068" x2="52473" y2="24068"/>
                          <a14:foregroundMark x1="54670" y1="24407" x2="54121" y2="24407"/>
                          <a14:foregroundMark x1="57418" y1="24407" x2="60714" y2="24407"/>
                          <a14:foregroundMark x1="62912" y1="23729" x2="64286" y2="23729"/>
                          <a14:foregroundMark x1="67582" y1="23390" x2="68681" y2="23729"/>
                          <a14:foregroundMark x1="70460" y1="56619" x2="70503" y2="57627"/>
                          <a14:foregroundMark x1="68956" y1="21356" x2="69492" y2="33913"/>
                          <a14:foregroundMark x1="68956" y1="62034" x2="64286" y2="62034"/>
                          <a14:foregroundMark x1="9341" y1="70169" x2="8791" y2="71525"/>
                          <a14:foregroundMark x1="64286" y1="71525" x2="66209" y2="71525"/>
                          <a14:foregroundMark x1="67033" y1="71186" x2="72802" y2="70847"/>
                          <a14:foregroundMark x1="71154" y1="68475" x2="62912" y2="69153"/>
                          <a14:foregroundMark x1="59890" y1="70508" x2="51374" y2="70508"/>
                          <a14:foregroundMark x1="54121" y1="66102" x2="44505" y2="65763"/>
                          <a14:foregroundMark x1="35714" y1="65763" x2="29121" y2="65424"/>
                          <a14:foregroundMark x1="21978" y1="66780" x2="27747" y2="67797"/>
                          <a14:foregroundMark x1="17308" y1="70847" x2="26374" y2="71186"/>
                          <a14:foregroundMark x1="19780" y1="75254" x2="24725" y2="75254"/>
                          <a14:foregroundMark x1="25824" y1="75593" x2="36264" y2="75932"/>
                          <a14:foregroundMark x1="36264" y1="75932" x2="39011" y2="75932"/>
                          <a14:foregroundMark x1="41758" y1="71525" x2="48352" y2="70847"/>
                          <a14:foregroundMark x1="40659" y1="69153" x2="46429" y2="69153"/>
                          <a14:foregroundMark x1="42308" y1="75593" x2="71703" y2="74576"/>
                          <a14:foregroundMark x1="67539" y1="56782" x2="67598" y2="57627"/>
                          <a14:foregroundMark x1="65659" y1="58983" x2="35440" y2="60678"/>
                          <a14:foregroundMark x1="33516" y1="59322" x2="19231" y2="59661"/>
                          <a14:foregroundMark x1="17033" y1="58983" x2="17857" y2="42034"/>
                          <a14:foregroundMark x1="17582" y1="40678" x2="17857" y2="30847"/>
                          <a14:foregroundMark x1="20879" y1="22373" x2="42308" y2="21017"/>
                          <a14:foregroundMark x1="44505" y1="21695" x2="56868" y2="21695"/>
                          <a14:foregroundMark x1="56868" y1="21695" x2="65659" y2="21356"/>
                          <a14:foregroundMark x1="65659" y1="23729" x2="67512" y2="34015"/>
                          <a14:foregroundMark x1="62363" y1="26441" x2="38736" y2="47458"/>
                          <a14:foregroundMark x1="15934" y1="18983" x2="16209" y2="18983"/>
                          <a14:foregroundMark x1="66758" y1="32881" x2="67857" y2="54237"/>
                          <a14:foregroundMark x1="68956" y1="54576" x2="68956" y2="55593"/>
                          <a14:foregroundMark x1="68681" y1="61017" x2="68407" y2="64068"/>
                          <a14:foregroundMark x1="67033" y1="61356" x2="67033" y2="64407"/>
                          <a14:backgroundMark x1="70567" y1="55593" x2="70604" y2="56610"/>
                          <a14:backgroundMark x1="70509" y1="54029" x2="70529" y2="54576"/>
                          <a14:backgroundMark x1="70879" y1="57627" x2="70879" y2="61356"/>
                        </a14:backgroundRemoval>
                      </a14:imgEffect>
                    </a14:imgLayer>
                  </a14:imgProps>
                </a:ext>
              </a:extLst>
            </a:blip>
            <a:stretch>
              <a:fillRect/>
            </a:stretch>
          </p:blipFill>
          <p:spPr>
            <a:xfrm>
              <a:off x="5828456" y="5109036"/>
              <a:ext cx="346249" cy="280614"/>
            </a:xfrm>
            <a:prstGeom prst="rect">
              <a:avLst/>
            </a:prstGeom>
          </p:spPr>
        </p:pic>
      </p:grpSp>
      <p:pic>
        <p:nvPicPr>
          <p:cNvPr id="45" name="Grafik 44">
            <a:extLst>
              <a:ext uri="{FF2B5EF4-FFF2-40B4-BE49-F238E27FC236}">
                <a16:creationId xmlns:a16="http://schemas.microsoft.com/office/drawing/2014/main" id="{B8445171-436C-824E-BDB1-1A5A42A3B9DA}"/>
              </a:ext>
            </a:extLst>
          </p:cNvPr>
          <p:cNvPicPr>
            <a:picLocks noChangeAspect="1"/>
          </p:cNvPicPr>
          <p:nvPr/>
        </p:nvPicPr>
        <p:blipFill>
          <a:blip r:embed="rId10">
            <a:extLst>
              <a:ext uri="{BEBA8EAE-BF5A-486C-A8C5-ECC9F3942E4B}">
                <a14:imgProps xmlns:a14="http://schemas.microsoft.com/office/drawing/2010/main">
                  <a14:imgLayer r:embed="rId11">
                    <a14:imgEffect>
                      <a14:backgroundRemoval t="6925" b="94718" l="9982" r="89834">
                        <a14:foregroundMark x1="36599" y1="19953" x2="40111" y2="30047"/>
                        <a14:foregroundMark x1="23475" y1="27465" x2="40665" y2="27934"/>
                        <a14:foregroundMark x1="31054" y1="31808" x2="45471" y2="31103"/>
                        <a14:foregroundMark x1="28096" y1="36972" x2="39187" y2="38028"/>
                        <a14:foregroundMark x1="26617" y1="41080" x2="41405" y2="41549"/>
                        <a14:foregroundMark x1="41405" y1="41549" x2="46026" y2="41432"/>
                        <a14:foregroundMark x1="36969" y1="36033" x2="42699" y2="38146"/>
                        <a14:foregroundMark x1="44917" y1="44836" x2="44547" y2="56221"/>
                        <a14:foregroundMark x1="53604" y1="59742" x2="62477" y2="69953"/>
                        <a14:foregroundMark x1="77819" y1="43545" x2="75970" y2="64789"/>
                        <a14:foregroundMark x1="76525" y1="66432" x2="77449" y2="81573"/>
                        <a14:foregroundMark x1="76340" y1="81573" x2="77449" y2="89202"/>
                        <a14:foregroundMark x1="90573" y1="92723" x2="90573" y2="94249"/>
                        <a14:foregroundMark x1="11091" y1="93545" x2="11091" y2="92019"/>
                        <a14:foregroundMark x1="11830" y1="90845" x2="15157" y2="86620"/>
                        <a14:foregroundMark x1="15712" y1="85094" x2="18669" y2="78286"/>
                        <a14:foregroundMark x1="73567" y1="27230" x2="70980" y2="35094"/>
                        <a14:foregroundMark x1="17745" y1="26526" x2="20148" y2="26761"/>
                        <a14:foregroundMark x1="16821" y1="27817" x2="17930" y2="27817"/>
                        <a14:foregroundMark x1="16451" y1="27347" x2="16821" y2="26995"/>
                        <a14:foregroundMark x1="16081" y1="26995" x2="16266" y2="26526"/>
                        <a14:foregroundMark x1="44177" y1="20423" x2="52311" y2="19131"/>
                        <a14:foregroundMark x1="60259" y1="17371" x2="65619" y2="16315"/>
                        <a14:foregroundMark x1="66913" y1="12207" x2="72089" y2="11150"/>
                        <a14:foregroundMark x1="64510" y1="11150" x2="55823" y2="11854"/>
                        <a14:foregroundMark x1="56932" y1="12441" x2="58965" y2="19718"/>
                        <a14:foregroundMark x1="61368" y1="21244" x2="70610" y2="20775"/>
                        <a14:foregroundMark x1="79667" y1="15376" x2="69501" y2="8451"/>
                        <a14:foregroundMark x1="69501" y1="8451" x2="59704" y2="8451"/>
                        <a14:foregroundMark x1="54159" y1="9272" x2="40665" y2="15258"/>
                        <a14:foregroundMark x1="54529" y1="14789" x2="68022" y2="12441"/>
                        <a14:foregroundMark x1="68022" y1="12441" x2="68022" y2="12441"/>
                        <a14:foregroundMark x1="68207" y1="17371" x2="66359" y2="20188"/>
                        <a14:foregroundMark x1="74492" y1="17723" x2="74861" y2="21127"/>
                        <a14:foregroundMark x1="73937" y1="8803" x2="75970" y2="9155"/>
                        <a14:foregroundMark x1="75970" y1="7981" x2="76710" y2="8920"/>
                        <a14:foregroundMark x1="77449" y1="8216" x2="77449" y2="9507"/>
                        <a14:foregroundMark x1="26987" y1="8216" x2="25323" y2="13146"/>
                        <a14:foregroundMark x1="28466" y1="8568" x2="33087" y2="12559"/>
                        <a14:foregroundMark x1="22181" y1="13028" x2="26063" y2="8568"/>
                        <a14:foregroundMark x1="18484" y1="18075" x2="35675" y2="17254"/>
                        <a14:foregroundMark x1="14972" y1="18427" x2="27542" y2="6925"/>
                        <a14:foregroundMark x1="15157" y1="14437" x2="15527" y2="13263"/>
                        <a14:foregroundMark x1="15342" y1="11502" x2="15342" y2="12676"/>
                        <a14:foregroundMark x1="14603" y1="19836" x2="14603" y2="20305"/>
                        <a14:backgroundMark x1="23475" y1="94249" x2="34011" y2="93427"/>
                        <a14:backgroundMark x1="33272" y1="92840" x2="43068" y2="92606"/>
                        <a14:backgroundMark x1="45656" y1="92840" x2="59889" y2="92254"/>
                        <a14:backgroundMark x1="59889" y1="92254" x2="61183" y2="92254"/>
                        <a14:backgroundMark x1="57301" y1="94366" x2="71165" y2="94366"/>
                        <a14:backgroundMark x1="71165" y1="94366" x2="77819" y2="94366"/>
                        <a14:backgroundMark x1="62847" y1="94131" x2="41035" y2="94953"/>
                        <a14:backgroundMark x1="76710" y1="94601" x2="81701" y2="94014"/>
                        <a14:backgroundMark x1="19224" y1="93427" x2="21257" y2="93545"/>
                        <a14:backgroundMark x1="17745" y1="92606" x2="19593" y2="92723"/>
                        <a14:backgroundMark x1="19778" y1="92371" x2="21996" y2="92840"/>
                        <a14:backgroundMark x1="21811" y1="93545" x2="28651" y2="93192"/>
                        <a14:backgroundMark x1="22551" y1="92840" x2="27542" y2="93075"/>
                        <a14:backgroundMark x1="23105" y1="92488" x2="29020" y2="92840"/>
                        <a14:backgroundMark x1="21257" y1="92371" x2="23660" y2="92606"/>
                      </a14:backgroundRemoval>
                    </a14:imgEffect>
                  </a14:imgLayer>
                </a14:imgProps>
              </a:ext>
            </a:extLst>
          </a:blip>
          <a:stretch>
            <a:fillRect/>
          </a:stretch>
        </p:blipFill>
        <p:spPr>
          <a:xfrm>
            <a:off x="7552292" y="3665313"/>
            <a:ext cx="271252" cy="427184"/>
          </a:xfrm>
          <a:prstGeom prst="rect">
            <a:avLst/>
          </a:prstGeom>
        </p:spPr>
      </p:pic>
      <p:grpSp>
        <p:nvGrpSpPr>
          <p:cNvPr id="47" name="Gruppieren 46">
            <a:extLst>
              <a:ext uri="{FF2B5EF4-FFF2-40B4-BE49-F238E27FC236}">
                <a16:creationId xmlns:a16="http://schemas.microsoft.com/office/drawing/2014/main" id="{BC6FD891-E242-A24C-B8D4-C8B86566B3D4}"/>
              </a:ext>
            </a:extLst>
          </p:cNvPr>
          <p:cNvGrpSpPr/>
          <p:nvPr/>
        </p:nvGrpSpPr>
        <p:grpSpPr>
          <a:xfrm>
            <a:off x="5555198" y="2970596"/>
            <a:ext cx="999545" cy="725743"/>
            <a:chOff x="5548848" y="2971576"/>
            <a:chExt cx="999545" cy="725743"/>
          </a:xfrm>
        </p:grpSpPr>
        <p:grpSp>
          <p:nvGrpSpPr>
            <p:cNvPr id="36" name="Gruppieren 35">
              <a:extLst>
                <a:ext uri="{FF2B5EF4-FFF2-40B4-BE49-F238E27FC236}">
                  <a16:creationId xmlns:a16="http://schemas.microsoft.com/office/drawing/2014/main" id="{2C281AE0-D5A5-0745-BCAF-1D91FF096E38}"/>
                </a:ext>
              </a:extLst>
            </p:cNvPr>
            <p:cNvGrpSpPr/>
            <p:nvPr/>
          </p:nvGrpSpPr>
          <p:grpSpPr>
            <a:xfrm>
              <a:off x="5548848" y="2971576"/>
              <a:ext cx="771389" cy="725743"/>
              <a:chOff x="5548848" y="2971576"/>
              <a:chExt cx="771389" cy="725743"/>
            </a:xfrm>
          </p:grpSpPr>
          <p:pic>
            <p:nvPicPr>
              <p:cNvPr id="17" name="Grafik 16">
                <a:extLst>
                  <a:ext uri="{FF2B5EF4-FFF2-40B4-BE49-F238E27FC236}">
                    <a16:creationId xmlns:a16="http://schemas.microsoft.com/office/drawing/2014/main" id="{6B4239FD-0CE0-DC48-B05F-63F8F65D5FB4}"/>
                  </a:ext>
                </a:extLst>
              </p:cNvPr>
              <p:cNvPicPr>
                <a:picLocks noChangeAspect="1"/>
              </p:cNvPicPr>
              <p:nvPr/>
            </p:nvPicPr>
            <p:blipFill>
              <a:blip r:embed="rId12">
                <a:extLst>
                  <a:ext uri="{BEBA8EAE-BF5A-486C-A8C5-ECC9F3942E4B}">
                    <a14:imgProps xmlns:a14="http://schemas.microsoft.com/office/drawing/2010/main">
                      <a14:imgLayer r:embed="rId13">
                        <a14:imgEffect>
                          <a14:backgroundRemoval t="6102" b="91864" l="9341" r="89286">
                            <a14:foregroundMark x1="35165" y1="10847" x2="48626" y2="10508"/>
                            <a14:foregroundMark x1="48901" y1="10169" x2="66209" y2="9492"/>
                            <a14:foregroundMark x1="67582" y1="9831" x2="54670" y2="10508"/>
                            <a14:foregroundMark x1="54670" y1="10508" x2="64286" y2="10508"/>
                            <a14:foregroundMark x1="72802" y1="9831" x2="83242" y2="9831"/>
                            <a14:foregroundMark x1="83242" y1="9831" x2="84615" y2="9831"/>
                            <a14:foregroundMark x1="86813" y1="45763" x2="88736" y2="69153"/>
                            <a14:foregroundMark x1="77198" y1="82034" x2="77198" y2="82373"/>
                            <a14:foregroundMark x1="51374" y1="81017" x2="36264" y2="80678"/>
                            <a14:foregroundMark x1="31593" y1="80678" x2="17308" y2="80678"/>
                            <a14:foregroundMark x1="34341" y1="90508" x2="43407" y2="90169"/>
                            <a14:foregroundMark x1="45604" y1="90169" x2="57967" y2="89153"/>
                            <a14:foregroundMark x1="51017" y1="91864" x2="52473" y2="91864"/>
                            <a14:foregroundMark x1="48164" y1="91864" x2="49711" y2="91864"/>
                            <a14:foregroundMark x1="31044" y1="90847" x2="35165" y2="90169"/>
                            <a14:foregroundMark x1="32967" y1="88475" x2="36813" y2="88814"/>
                            <a14:foregroundMark x1="20055" y1="81017" x2="25275" y2="83051"/>
                            <a14:foregroundMark x1="16484" y1="83051" x2="18681" y2="83729"/>
                            <a14:foregroundMark x1="12363" y1="25763" x2="12637" y2="42034"/>
                            <a14:foregroundMark x1="12912" y1="44068" x2="12637" y2="58983"/>
                            <a14:foregroundMark x1="12637" y1="61695" x2="12637" y2="72881"/>
                            <a14:foregroundMark x1="12912" y1="76610" x2="13187" y2="81017"/>
                            <a14:foregroundMark x1="29396" y1="89153" x2="30495" y2="89153"/>
                            <a14:foregroundMark x1="25000" y1="10508" x2="33516" y2="11525"/>
                            <a14:foregroundMark x1="32143" y1="8814" x2="42033" y2="8136"/>
                            <a14:foregroundMark x1="19231" y1="8136" x2="27198" y2="8475"/>
                            <a14:foregroundMark x1="15659" y1="8814" x2="18407" y2="8814"/>
                            <a14:foregroundMark x1="13187" y1="9153" x2="12637" y2="16271"/>
                            <a14:foregroundMark x1="11264" y1="11525" x2="11264" y2="23390"/>
                            <a14:foregroundMark x1="12088" y1="8475" x2="12912" y2="8475"/>
                            <a14:foregroundMark x1="10440" y1="7119" x2="10714" y2="8136"/>
                            <a14:foregroundMark x1="57205" y1="91746" x2="64011" y2="91186"/>
                            <a14:foregroundMark x1="55769" y1="91864" x2="56057" y2="91840"/>
                            <a14:foregroundMark x1="64286" y1="83729" x2="67857" y2="83051"/>
                            <a14:foregroundMark x1="65659" y1="91525" x2="68681" y2="90169"/>
                            <a14:foregroundMark x1="38187" y1="88136" x2="42308" y2="88136"/>
                            <a14:backgroundMark x1="8516" y1="6441" x2="8516" y2="7119"/>
                            <a14:backgroundMark x1="9066" y1="5763" x2="9066" y2="6780"/>
                            <a14:backgroundMark x1="50549" y1="96271" x2="51648" y2="95932"/>
                            <a14:backgroundMark x1="51648" y1="95932" x2="53297" y2="95932"/>
                            <a14:backgroundMark x1="54121" y1="95593" x2="55220" y2="95593"/>
                            <a14:backgroundMark x1="53297" y1="95593" x2="52198" y2="95932"/>
                            <a14:backgroundMark x1="50000" y1="95254" x2="42582" y2="95932"/>
                            <a14:backgroundMark x1="41209" y1="95932" x2="42857" y2="96271"/>
                            <a14:backgroundMark x1="42033" y1="95593" x2="41758" y2="95593"/>
                            <a14:backgroundMark x1="41758" y1="95593" x2="42857" y2="95593"/>
                          </a14:backgroundRemoval>
                        </a14:imgEffect>
                      </a14:imgLayer>
                    </a14:imgProps>
                  </a:ext>
                </a:extLst>
              </a:blip>
              <a:stretch>
                <a:fillRect/>
              </a:stretch>
            </p:blipFill>
            <p:spPr>
              <a:xfrm>
                <a:off x="5915152" y="3006150"/>
                <a:ext cx="405085" cy="328297"/>
              </a:xfrm>
              <a:prstGeom prst="rect">
                <a:avLst/>
              </a:prstGeom>
            </p:spPr>
          </p:pic>
          <p:sp>
            <p:nvSpPr>
              <p:cNvPr id="20" name="Textfeld 19">
                <a:extLst>
                  <a:ext uri="{FF2B5EF4-FFF2-40B4-BE49-F238E27FC236}">
                    <a16:creationId xmlns:a16="http://schemas.microsoft.com/office/drawing/2014/main" id="{18DB63FB-687E-4240-897A-7A96E73BDA8F}"/>
                  </a:ext>
                </a:extLst>
              </p:cNvPr>
              <p:cNvSpPr txBox="1"/>
              <p:nvPr/>
            </p:nvSpPr>
            <p:spPr>
              <a:xfrm>
                <a:off x="5548848" y="2971576"/>
                <a:ext cx="346249" cy="725743"/>
              </a:xfrm>
              <a:prstGeom prst="rect">
                <a:avLst/>
              </a:prstGeom>
              <a:noFill/>
            </p:spPr>
            <p:txBody>
              <a:bodyPr vert="vert270" wrap="square" rtlCol="0" anchor="b" anchorCtr="0">
                <a:spAutoFit/>
              </a:bodyPr>
              <a:lstStyle/>
              <a:p>
                <a:pPr algn="ctr"/>
                <a:r>
                  <a:rPr lang="de-DE" sz="1050" dirty="0"/>
                  <a:t>Mai</a:t>
                </a:r>
              </a:p>
            </p:txBody>
          </p:sp>
        </p:grpSp>
        <p:pic>
          <p:nvPicPr>
            <p:cNvPr id="46" name="Grafik 45">
              <a:extLst>
                <a:ext uri="{FF2B5EF4-FFF2-40B4-BE49-F238E27FC236}">
                  <a16:creationId xmlns:a16="http://schemas.microsoft.com/office/drawing/2014/main" id="{EFD352E4-CD63-8949-8290-7AE5A8C5115F}"/>
                </a:ext>
              </a:extLst>
            </p:cNvPr>
            <p:cNvPicPr>
              <a:picLocks noChangeAspect="1"/>
            </p:cNvPicPr>
            <p:nvPr/>
          </p:nvPicPr>
          <p:blipFill>
            <a:blip r:embed="rId14">
              <a:extLst>
                <a:ext uri="{BEBA8EAE-BF5A-486C-A8C5-ECC9F3942E4B}">
                  <a14:imgProps xmlns:a14="http://schemas.microsoft.com/office/drawing/2010/main">
                    <a14:imgLayer r:embed="rId15">
                      <a14:imgEffect>
                        <a14:backgroundRemoval t="3325" b="96164" l="9982" r="89834">
                          <a14:foregroundMark x1="32717" y1="3325" x2="39926" y2="3581"/>
                          <a14:foregroundMark x1="37523" y1="60614" x2="42514" y2="60614"/>
                          <a14:foregroundMark x1="42144" y1="71611" x2="50092" y2="70844"/>
                          <a14:foregroundMark x1="50092" y1="70844" x2="50092" y2="70844"/>
                          <a14:foregroundMark x1="42884" y1="84910" x2="48983" y2="84143"/>
                          <a14:foregroundMark x1="28651" y1="91560" x2="29205" y2="93606"/>
                          <a14:foregroundMark x1="33457" y1="96164" x2="39926" y2="96164"/>
                        </a14:backgroundRemoval>
                      </a14:imgEffect>
                    </a14:imgLayer>
                  </a14:imgProps>
                </a:ext>
              </a:extLst>
            </a:blip>
            <a:stretch>
              <a:fillRect/>
            </a:stretch>
          </p:blipFill>
          <p:spPr>
            <a:xfrm>
              <a:off x="6285216" y="3070261"/>
              <a:ext cx="263177" cy="190208"/>
            </a:xfrm>
            <a:prstGeom prst="rect">
              <a:avLst/>
            </a:prstGeom>
          </p:spPr>
        </p:pic>
      </p:grpSp>
      <p:grpSp>
        <p:nvGrpSpPr>
          <p:cNvPr id="50" name="Gruppieren 49">
            <a:extLst>
              <a:ext uri="{FF2B5EF4-FFF2-40B4-BE49-F238E27FC236}">
                <a16:creationId xmlns:a16="http://schemas.microsoft.com/office/drawing/2014/main" id="{39E37047-58FB-F746-AA32-908BBD5BEBC4}"/>
              </a:ext>
            </a:extLst>
          </p:cNvPr>
          <p:cNvGrpSpPr/>
          <p:nvPr/>
        </p:nvGrpSpPr>
        <p:grpSpPr>
          <a:xfrm>
            <a:off x="8262415" y="2969091"/>
            <a:ext cx="1042713" cy="734465"/>
            <a:chOff x="8262415" y="2969091"/>
            <a:chExt cx="1042713" cy="734465"/>
          </a:xfrm>
        </p:grpSpPr>
        <p:grpSp>
          <p:nvGrpSpPr>
            <p:cNvPr id="35" name="Gruppieren 34">
              <a:extLst>
                <a:ext uri="{FF2B5EF4-FFF2-40B4-BE49-F238E27FC236}">
                  <a16:creationId xmlns:a16="http://schemas.microsoft.com/office/drawing/2014/main" id="{EA09A367-1B88-2E47-9A53-C51F640474BE}"/>
                </a:ext>
              </a:extLst>
            </p:cNvPr>
            <p:cNvGrpSpPr/>
            <p:nvPr/>
          </p:nvGrpSpPr>
          <p:grpSpPr>
            <a:xfrm>
              <a:off x="8581229" y="2977813"/>
              <a:ext cx="723899" cy="725743"/>
              <a:chOff x="8581229" y="2977813"/>
              <a:chExt cx="723899" cy="725743"/>
            </a:xfrm>
          </p:grpSpPr>
          <p:pic>
            <p:nvPicPr>
              <p:cNvPr id="12" name="Grafik 11">
                <a:extLst>
                  <a:ext uri="{FF2B5EF4-FFF2-40B4-BE49-F238E27FC236}">
                    <a16:creationId xmlns:a16="http://schemas.microsoft.com/office/drawing/2014/main" id="{04271D4F-8A0B-E64C-8C69-EE2259D69C70}"/>
                  </a:ext>
                </a:extLst>
              </p:cNvPr>
              <p:cNvPicPr>
                <a:picLocks noChangeAspect="1"/>
              </p:cNvPicPr>
              <p:nvPr/>
            </p:nvPicPr>
            <p:blipFill>
              <a:blip r:embed="rId4">
                <a:extLst>
                  <a:ext uri="{BEBA8EAE-BF5A-486C-A8C5-ECC9F3942E4B}">
                    <a14:imgProps xmlns:a14="http://schemas.microsoft.com/office/drawing/2010/main">
                      <a14:imgLayer r:embed="rId16">
                        <a14:imgEffect>
                          <a14:backgroundRemoval t="7161" b="89770" l="8065" r="96595">
                            <a14:foregroundMark x1="11649" y1="10997" x2="18817" y2="11253"/>
                            <a14:foregroundMark x1="17921" y1="10486" x2="25448" y2="10742"/>
                            <a14:foregroundMark x1="25448" y1="10742" x2="48387" y2="10230"/>
                            <a14:foregroundMark x1="48387" y1="10230" x2="62186" y2="10230"/>
                            <a14:foregroundMark x1="10036" y1="10486" x2="8244" y2="16880"/>
                            <a14:foregroundMark x1="8065" y1="18159" x2="8244" y2="54220"/>
                            <a14:foregroundMark x1="8423" y1="53964" x2="9498" y2="60102"/>
                            <a14:foregroundMark x1="9677" y1="61637" x2="14516" y2="63171"/>
                            <a14:foregroundMark x1="15591" y1="62660" x2="26165" y2="63939"/>
                            <a14:foregroundMark x1="27599" y1="63683" x2="34946" y2="63939"/>
                            <a14:foregroundMark x1="35484" y1="64450" x2="37814" y2="72379"/>
                            <a14:foregroundMark x1="34946" y1="69821" x2="33692" y2="81586"/>
                            <a14:foregroundMark x1="23656" y1="82097" x2="31362" y2="82353"/>
                            <a14:foregroundMark x1="31362" y1="82353" x2="46237" y2="82097"/>
                            <a14:foregroundMark x1="46237" y1="82097" x2="50000" y2="82097"/>
                            <a14:foregroundMark x1="22401" y1="79284" x2="27419" y2="79540"/>
                            <a14:foregroundMark x1="39606" y1="78261" x2="46416" y2="79028"/>
                            <a14:foregroundMark x1="50000" y1="79028" x2="51254" y2="79028"/>
                            <a14:foregroundMark x1="41219" y1="74936" x2="41039" y2="62660"/>
                            <a14:foregroundMark x1="40860" y1="62404" x2="47133" y2="62148"/>
                            <a14:foregroundMark x1="48387" y1="62148" x2="57706" y2="61637"/>
                            <a14:foregroundMark x1="58602" y1="62148" x2="63082" y2="62148"/>
                            <a14:foregroundMark x1="64337" y1="61637" x2="65233" y2="61125"/>
                            <a14:foregroundMark x1="65054" y1="60102" x2="65054" y2="16624"/>
                            <a14:foregroundMark x1="65054" y1="16624" x2="63262" y2="11253"/>
                            <a14:foregroundMark x1="76703" y1="18159" x2="85842" y2="17391"/>
                            <a14:foregroundMark x1="77061" y1="21483" x2="89785" y2="20460"/>
                            <a14:foregroundMark x1="84229" y1="18159" x2="91398" y2="17903"/>
                            <a14:foregroundMark x1="91398" y1="17903" x2="92652" y2="17903"/>
                            <a14:foregroundMark x1="96057" y1="12020" x2="96774" y2="19693"/>
                            <a14:foregroundMark x1="93369" y1="7417" x2="86022" y2="7161"/>
                            <a14:backgroundMark x1="18280" y1="18926" x2="28853" y2="20460"/>
                            <a14:backgroundMark x1="11174" y1="30474" x2="45161" y2="41176"/>
                          </a14:backgroundRemoval>
                        </a14:imgEffect>
                      </a14:imgLayer>
                    </a14:imgProps>
                  </a:ext>
                </a:extLst>
              </a:blip>
              <a:stretch>
                <a:fillRect/>
              </a:stretch>
            </p:blipFill>
            <p:spPr>
              <a:xfrm>
                <a:off x="8581229" y="2977813"/>
                <a:ext cx="405085" cy="283850"/>
              </a:xfrm>
              <a:prstGeom prst="rect">
                <a:avLst/>
              </a:prstGeom>
            </p:spPr>
          </p:pic>
          <p:sp>
            <p:nvSpPr>
              <p:cNvPr id="19" name="Textfeld 18">
                <a:extLst>
                  <a:ext uri="{FF2B5EF4-FFF2-40B4-BE49-F238E27FC236}">
                    <a16:creationId xmlns:a16="http://schemas.microsoft.com/office/drawing/2014/main" id="{B22F1702-F935-DE40-9032-24F72535BB46}"/>
                  </a:ext>
                </a:extLst>
              </p:cNvPr>
              <p:cNvSpPr txBox="1"/>
              <p:nvPr/>
            </p:nvSpPr>
            <p:spPr>
              <a:xfrm>
                <a:off x="8958879" y="2977813"/>
                <a:ext cx="346249" cy="725743"/>
              </a:xfrm>
              <a:prstGeom prst="rect">
                <a:avLst/>
              </a:prstGeom>
              <a:noFill/>
            </p:spPr>
            <p:txBody>
              <a:bodyPr vert="vert" wrap="square" rtlCol="0">
                <a:spAutoFit/>
              </a:bodyPr>
              <a:lstStyle/>
              <a:p>
                <a:pPr algn="ctr"/>
                <a:r>
                  <a:rPr lang="de-DE" sz="1050" dirty="0"/>
                  <a:t>Klaus</a:t>
                </a:r>
              </a:p>
            </p:txBody>
          </p:sp>
        </p:grpSp>
        <p:pic>
          <p:nvPicPr>
            <p:cNvPr id="49" name="Grafik 48">
              <a:extLst>
                <a:ext uri="{FF2B5EF4-FFF2-40B4-BE49-F238E27FC236}">
                  <a16:creationId xmlns:a16="http://schemas.microsoft.com/office/drawing/2014/main" id="{F32B4680-4AB9-1944-8CD6-AB19741EAABB}"/>
                </a:ext>
              </a:extLst>
            </p:cNvPr>
            <p:cNvPicPr>
              <a:picLocks noChangeAspect="1"/>
            </p:cNvPicPr>
            <p:nvPr/>
          </p:nvPicPr>
          <p:blipFill>
            <a:blip r:embed="rId17">
              <a:extLst>
                <a:ext uri="{BEBA8EAE-BF5A-486C-A8C5-ECC9F3942E4B}">
                  <a14:imgProps xmlns:a14="http://schemas.microsoft.com/office/drawing/2010/main">
                    <a14:imgLayer r:embed="rId18">
                      <a14:imgEffect>
                        <a14:backgroundRemoval t="2559" b="95309" l="5518" r="89967">
                          <a14:foregroundMark x1="64883" y1="24733" x2="63880" y2="31130"/>
                          <a14:foregroundMark x1="55853" y1="9382" x2="65552" y2="12580"/>
                          <a14:foregroundMark x1="55184" y1="6823" x2="52007" y2="27932"/>
                          <a14:foregroundMark x1="51338" y1="2559" x2="51839" y2="2985"/>
                          <a14:foregroundMark x1="63043" y1="87846" x2="62375" y2="92111"/>
                          <a14:foregroundMark x1="61538" y1="94030" x2="61538" y2="95522"/>
                          <a14:foregroundMark x1="41137" y1="83582" x2="31940" y2="87633"/>
                          <a14:foregroundMark x1="31940" y1="87633" x2="24582" y2="94670"/>
                          <a14:foregroundMark x1="5518" y1="77612" x2="6355" y2="79531"/>
                          <a14:foregroundMark x1="25418" y1="94030" x2="37458" y2="85928"/>
                          <a14:foregroundMark x1="37458" y1="85928" x2="39298" y2="77186"/>
                          <a14:foregroundMark x1="39298" y1="77186" x2="38796" y2="70576"/>
                          <a14:foregroundMark x1="38294" y1="69723" x2="19064" y2="78465"/>
                        </a14:backgroundRemoval>
                      </a14:imgEffect>
                    </a14:imgLayer>
                  </a14:imgProps>
                </a:ext>
              </a:extLst>
            </a:blip>
            <a:stretch>
              <a:fillRect/>
            </a:stretch>
          </p:blipFill>
          <p:spPr>
            <a:xfrm>
              <a:off x="8262415" y="2969091"/>
              <a:ext cx="346249" cy="271557"/>
            </a:xfrm>
            <a:prstGeom prst="rect">
              <a:avLst/>
            </a:prstGeom>
          </p:spPr>
        </p:pic>
      </p:grpSp>
    </p:spTree>
    <p:extLst>
      <p:ext uri="{BB962C8B-B14F-4D97-AF65-F5344CB8AC3E}">
        <p14:creationId xmlns:p14="http://schemas.microsoft.com/office/powerpoint/2010/main" val="10760648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0"/>
                                        </p:tgtEl>
                                        <p:attrNameLst>
                                          <p:attrName>style.visibility</p:attrName>
                                        </p:attrNameLst>
                                      </p:cBhvr>
                                      <p:to>
                                        <p:strVal val="visible"/>
                                      </p:to>
                                    </p:set>
                                    <p:animEffect transition="in" filter="fade">
                                      <p:cBhvr>
                                        <p:cTn id="12" dur="500"/>
                                        <p:tgtEl>
                                          <p:spTgt spid="5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0"/>
                                        </p:tgtEl>
                                        <p:attrNameLst>
                                          <p:attrName>style.visibility</p:attrName>
                                        </p:attrNameLst>
                                      </p:cBhvr>
                                      <p:to>
                                        <p:strVal val="visible"/>
                                      </p:to>
                                    </p:set>
                                    <p:animEffect transition="in" filter="fade">
                                      <p:cBhvr>
                                        <p:cTn id="17" dur="500"/>
                                        <p:tgtEl>
                                          <p:spTgt spid="4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7"/>
                                        </p:tgtEl>
                                        <p:attrNameLst>
                                          <p:attrName>style.visibility</p:attrName>
                                        </p:attrNameLst>
                                      </p:cBhvr>
                                      <p:to>
                                        <p:strVal val="visible"/>
                                      </p:to>
                                    </p:set>
                                    <p:animEffect transition="in" filter="fade">
                                      <p:cBhvr>
                                        <p:cTn id="22" dur="500"/>
                                        <p:tgtEl>
                                          <p:spTgt spid="4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4"/>
                                        </p:tgtEl>
                                        <p:attrNameLst>
                                          <p:attrName>style.visibility</p:attrName>
                                        </p:attrNameLst>
                                      </p:cBhvr>
                                      <p:to>
                                        <p:strVal val="visible"/>
                                      </p:to>
                                    </p:set>
                                    <p:animEffect transition="in" filter="fade">
                                      <p:cBhvr>
                                        <p:cTn id="27" dur="500"/>
                                        <p:tgtEl>
                                          <p:spTgt spid="4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5"/>
                                        </p:tgtEl>
                                        <p:attrNameLst>
                                          <p:attrName>style.visibility</p:attrName>
                                        </p:attrNameLst>
                                      </p:cBhvr>
                                      <p:to>
                                        <p:strVal val="visible"/>
                                      </p:to>
                                    </p:set>
                                    <p:animEffect transition="in" filter="fade">
                                      <p:cBhvr>
                                        <p:cTn id="32" dur="500"/>
                                        <p:tgtEl>
                                          <p:spTgt spid="4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2"/>
                                        </p:tgtEl>
                                        <p:attrNameLst>
                                          <p:attrName>style.visibility</p:attrName>
                                        </p:attrNameLst>
                                      </p:cBhvr>
                                      <p:to>
                                        <p:strVal val="visible"/>
                                      </p:to>
                                    </p:set>
                                    <p:animEffect transition="in" filter="fade">
                                      <p:cBhvr>
                                        <p:cTn id="37"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90B1938-4CE2-EF43-8A57-7C30D1EC3D83}"/>
              </a:ext>
            </a:extLst>
          </p:cNvPr>
          <p:cNvSpPr>
            <a:spLocks noGrp="1"/>
          </p:cNvSpPr>
          <p:nvPr>
            <p:ph type="title"/>
          </p:nvPr>
        </p:nvSpPr>
        <p:spPr/>
        <p:txBody>
          <a:bodyPr/>
          <a:lstStyle/>
          <a:p>
            <a:r>
              <a:rPr lang="de-DE" dirty="0">
                <a:solidFill>
                  <a:schemeClr val="bg1"/>
                </a:solidFill>
              </a:rPr>
              <a:t>Struktur</a:t>
            </a:r>
          </a:p>
        </p:txBody>
      </p:sp>
      <p:pic>
        <p:nvPicPr>
          <p:cNvPr id="7" name="Grafik 6" descr="Marke 1 mit einfarbiger Füllung">
            <a:extLst>
              <a:ext uri="{FF2B5EF4-FFF2-40B4-BE49-F238E27FC236}">
                <a16:creationId xmlns:a16="http://schemas.microsoft.com/office/drawing/2014/main" id="{CC7C1E33-65F4-174B-AC49-89A113A4425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133470" y="2222337"/>
            <a:ext cx="756000" cy="756000"/>
          </a:xfrm>
          <a:prstGeom prst="rect">
            <a:avLst/>
          </a:prstGeom>
        </p:spPr>
      </p:pic>
      <p:pic>
        <p:nvPicPr>
          <p:cNvPr id="8" name="Grafik 7" descr="Abzeichen mit einfarbiger Füllung">
            <a:extLst>
              <a:ext uri="{FF2B5EF4-FFF2-40B4-BE49-F238E27FC236}">
                <a16:creationId xmlns:a16="http://schemas.microsoft.com/office/drawing/2014/main" id="{A286960B-BE3D-FD41-AE43-FC5B7C14DD0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33470" y="3131986"/>
            <a:ext cx="756000" cy="756000"/>
          </a:xfrm>
          <a:prstGeom prst="rect">
            <a:avLst/>
          </a:prstGeom>
        </p:spPr>
      </p:pic>
      <p:pic>
        <p:nvPicPr>
          <p:cNvPr id="9" name="Grafik 8" descr="Marke 3 mit einfarbiger Füllung">
            <a:extLst>
              <a:ext uri="{FF2B5EF4-FFF2-40B4-BE49-F238E27FC236}">
                <a16:creationId xmlns:a16="http://schemas.microsoft.com/office/drawing/2014/main" id="{AF7E72EE-6F33-6F41-B1E9-683B38147CF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134824" y="4056698"/>
            <a:ext cx="756000" cy="756000"/>
          </a:xfrm>
          <a:prstGeom prst="rect">
            <a:avLst/>
          </a:prstGeom>
        </p:spPr>
      </p:pic>
      <p:sp>
        <p:nvSpPr>
          <p:cNvPr id="11" name="Rechteck 10">
            <a:extLst>
              <a:ext uri="{FF2B5EF4-FFF2-40B4-BE49-F238E27FC236}">
                <a16:creationId xmlns:a16="http://schemas.microsoft.com/office/drawing/2014/main" id="{4CB46FD8-87EE-B349-9D3F-04143F8594D6}"/>
              </a:ext>
            </a:extLst>
          </p:cNvPr>
          <p:cNvSpPr/>
          <p:nvPr/>
        </p:nvSpPr>
        <p:spPr>
          <a:xfrm>
            <a:off x="4088922" y="2348337"/>
            <a:ext cx="7444266" cy="504000"/>
          </a:xfrm>
          <a:prstGeom prst="rect">
            <a:avLst/>
          </a:prstGeom>
          <a:solidFill>
            <a:srgbClr val="85898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bIns="0" rtlCol="0" anchor="t"/>
          <a:lstStyle/>
          <a:p>
            <a:pPr marL="0" indent="0">
              <a:lnSpc>
                <a:spcPct val="150000"/>
              </a:lnSpc>
              <a:buFont typeface="Wingdings" panose="05000000000000000000" pitchFamily="2" charset="2"/>
              <a:buNone/>
            </a:pPr>
            <a:r>
              <a:rPr lang="de-DE" sz="2000" dirty="0">
                <a:solidFill>
                  <a:schemeClr val="bg1"/>
                </a:solidFill>
                <a:latin typeface="Arial" panose="020B0604020202020204" pitchFamily="34" charset="0"/>
                <a:cs typeface="Arial" panose="020B0604020202020204" pitchFamily="34" charset="0"/>
              </a:rPr>
              <a:t>Reproduktion des Testes</a:t>
            </a:r>
          </a:p>
        </p:txBody>
      </p:sp>
      <p:sp>
        <p:nvSpPr>
          <p:cNvPr id="12" name="Rechteck 11">
            <a:extLst>
              <a:ext uri="{FF2B5EF4-FFF2-40B4-BE49-F238E27FC236}">
                <a16:creationId xmlns:a16="http://schemas.microsoft.com/office/drawing/2014/main" id="{9108F9DF-D9E3-7C4E-85F1-81DB6D4D4FF3}"/>
              </a:ext>
            </a:extLst>
          </p:cNvPr>
          <p:cNvSpPr/>
          <p:nvPr/>
        </p:nvSpPr>
        <p:spPr>
          <a:xfrm>
            <a:off x="4088922" y="3259967"/>
            <a:ext cx="7444266" cy="504000"/>
          </a:xfrm>
          <a:prstGeom prst="rect">
            <a:avLst/>
          </a:prstGeom>
          <a:solidFill>
            <a:srgbClr val="85898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bIns="0" rtlCol="0" anchor="t"/>
          <a:lstStyle/>
          <a:p>
            <a:pPr>
              <a:lnSpc>
                <a:spcPct val="150000"/>
              </a:lnSpc>
            </a:pPr>
            <a:r>
              <a:rPr lang="de-DE" sz="2000" dirty="0">
                <a:solidFill>
                  <a:schemeClr val="bg1"/>
                </a:solidFill>
                <a:latin typeface="Arial" panose="020B0604020202020204" pitchFamily="34" charset="0"/>
                <a:cs typeface="Arial" panose="020B0604020202020204" pitchFamily="34" charset="0"/>
              </a:rPr>
              <a:t>Raumverteilung mit Sitzordnung</a:t>
            </a:r>
          </a:p>
        </p:txBody>
      </p:sp>
      <p:sp>
        <p:nvSpPr>
          <p:cNvPr id="13" name="Rechteck 12">
            <a:extLst>
              <a:ext uri="{FF2B5EF4-FFF2-40B4-BE49-F238E27FC236}">
                <a16:creationId xmlns:a16="http://schemas.microsoft.com/office/drawing/2014/main" id="{073EB79A-3FBD-0548-A91F-0C209FB779B9}"/>
              </a:ext>
            </a:extLst>
          </p:cNvPr>
          <p:cNvSpPr/>
          <p:nvPr/>
        </p:nvSpPr>
        <p:spPr>
          <a:xfrm>
            <a:off x="4088922" y="4179707"/>
            <a:ext cx="7444266" cy="504000"/>
          </a:xfrm>
          <a:prstGeom prst="rect">
            <a:avLst/>
          </a:prstGeom>
          <a:solidFill>
            <a:srgbClr val="85898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bIns="0" rtlCol="0" anchor="t"/>
          <a:lstStyle/>
          <a:p>
            <a:pPr marL="0" indent="0">
              <a:lnSpc>
                <a:spcPct val="150000"/>
              </a:lnSpc>
              <a:buFont typeface="Wingdings" panose="05000000000000000000" pitchFamily="2" charset="2"/>
              <a:buNone/>
            </a:pPr>
            <a:r>
              <a:rPr lang="de-DE" sz="2000" dirty="0">
                <a:solidFill>
                  <a:schemeClr val="bg1"/>
                </a:solidFill>
                <a:latin typeface="Arial" panose="020B0604020202020204" pitchFamily="34" charset="0"/>
                <a:cs typeface="Arial" panose="020B0604020202020204" pitchFamily="34" charset="0"/>
              </a:rPr>
              <a:t>Soft- und Hardware</a:t>
            </a:r>
          </a:p>
        </p:txBody>
      </p:sp>
      <p:pic>
        <p:nvPicPr>
          <p:cNvPr id="15" name="Bildplatzhalter 14">
            <a:extLst>
              <a:ext uri="{FF2B5EF4-FFF2-40B4-BE49-F238E27FC236}">
                <a16:creationId xmlns:a16="http://schemas.microsoft.com/office/drawing/2014/main" id="{83E4C7AE-4B62-8C44-A083-2A3EEC6DA057}"/>
              </a:ext>
            </a:extLst>
          </p:cNvPr>
          <p:cNvPicPr>
            <a:picLocks noGrp="1" noChangeAspect="1"/>
          </p:cNvPicPr>
          <p:nvPr>
            <p:ph type="pic" sz="quarter" idx="13"/>
          </p:nvPr>
        </p:nvPicPr>
        <p:blipFill rotWithShape="1">
          <a:blip r:embed="rId8">
            <a:extLst>
              <a:ext uri="{BEBA8EAE-BF5A-486C-A8C5-ECC9F3942E4B}">
                <a14:imgProps xmlns:a14="http://schemas.microsoft.com/office/drawing/2010/main">
                  <a14:imgLayer r:embed="rId9">
                    <a14:imgEffect>
                      <a14:backgroundRemoval t="4151" b="97736" l="3771" r="93156">
                        <a14:foregroundMark x1="34218" y1="27673" x2="44413" y2="58113"/>
                        <a14:foregroundMark x1="27235" y1="29434" x2="26117" y2="58491"/>
                        <a14:foregroundMark x1="20531" y1="55975" x2="19972" y2="71698"/>
                        <a14:foregroundMark x1="22067" y1="73082" x2="25279" y2="75220"/>
                        <a14:foregroundMark x1="31006" y1="70692" x2="40642" y2="71195"/>
                        <a14:foregroundMark x1="36872" y1="61132" x2="41620" y2="67673"/>
                        <a14:foregroundMark x1="42179" y1="58616" x2="60754" y2="60252"/>
                        <a14:foregroundMark x1="60754" y1="60252" x2="61732" y2="60252"/>
                        <a14:foregroundMark x1="60615" y1="53711" x2="66620" y2="65535"/>
                        <a14:foregroundMark x1="71229" y1="47421" x2="74860" y2="56981"/>
                        <a14:foregroundMark x1="75559" y1="65409" x2="75978" y2="72579"/>
                        <a14:foregroundMark x1="76257" y1="77987" x2="75000" y2="84151"/>
                        <a14:foregroundMark x1="71927" y1="87421" x2="65223" y2="88428"/>
                        <a14:foregroundMark x1="49162" y1="89057" x2="35894" y2="88553"/>
                        <a14:foregroundMark x1="20950" y1="83774" x2="24162" y2="85786"/>
                        <a14:foregroundMark x1="18436" y1="78113" x2="36732" y2="81761"/>
                        <a14:foregroundMark x1="41061" y1="78239" x2="53073" y2="77610"/>
                        <a14:foregroundMark x1="48743" y1="66918" x2="55307" y2="72327"/>
                        <a14:foregroundMark x1="65084" y1="73962" x2="72346" y2="75220"/>
                        <a14:foregroundMark x1="71508" y1="70818" x2="75559" y2="71824"/>
                        <a14:foregroundMark x1="65922" y1="46038" x2="70391" y2="58742"/>
                        <a14:foregroundMark x1="72765" y1="56352" x2="77235" y2="66415"/>
                        <a14:foregroundMark x1="28492" y1="89057" x2="31285" y2="88931"/>
                        <a14:foregroundMark x1="36872" y1="46792" x2="27095" y2="62390"/>
                        <a14:foregroundMark x1="27095" y1="62390" x2="27095" y2="63899"/>
                        <a14:foregroundMark x1="70391" y1="54969" x2="69972" y2="67799"/>
                        <a14:foregroundMark x1="68436" y1="59371" x2="69413" y2="66918"/>
                        <a14:foregroundMark x1="43575" y1="40881" x2="52374" y2="43019"/>
                        <a14:foregroundMark x1="45810" y1="42390" x2="46788" y2="49686"/>
                        <a14:foregroundMark x1="50978" y1="42767" x2="62849" y2="46289"/>
                        <a14:foregroundMark x1="33520" y1="21761" x2="64665" y2="26415"/>
                        <a14:foregroundMark x1="29888" y1="26415" x2="63128" y2="27170"/>
                        <a14:foregroundMark x1="50978" y1="32453" x2="75978" y2="33711"/>
                        <a14:foregroundMark x1="62989" y1="32201" x2="71788" y2="32453"/>
                        <a14:foregroundMark x1="82402" y1="14843" x2="82402" y2="57358"/>
                        <a14:foregroundMark x1="74302" y1="9811" x2="25559" y2="9308"/>
                        <a14:foregroundMark x1="25559" y1="9308" x2="17039" y2="27044"/>
                        <a14:foregroundMark x1="17039" y1="27044" x2="17179" y2="38616"/>
                        <a14:foregroundMark x1="37570" y1="29560" x2="63687" y2="28931"/>
                        <a14:foregroundMark x1="63687" y1="28931" x2="70531" y2="28931"/>
                        <a14:foregroundMark x1="65223" y1="20000" x2="34078" y2="20755"/>
                        <a14:foregroundMark x1="34078" y1="20755" x2="37709" y2="20377"/>
                        <a14:foregroundMark x1="46508" y1="17233" x2="58101" y2="17107"/>
                        <a14:foregroundMark x1="69972" y1="18491" x2="75000" y2="18616"/>
                        <a14:foregroundMark x1="17598" y1="12704" x2="17737" y2="12956"/>
                        <a14:foregroundMark x1="14665" y1="8302" x2="14665" y2="8302"/>
                        <a14:foregroundMark x1="83240" y1="54340" x2="83240" y2="54340"/>
                        <a14:foregroundMark x1="86592" y1="59245" x2="86592" y2="59245"/>
                        <a14:foregroundMark x1="87849" y1="61887" x2="87849" y2="61887"/>
                        <a14:foregroundMark x1="48324" y1="93208" x2="48324" y2="93208"/>
                        <a14:foregroundMark x1="50419" y1="93082" x2="50419" y2="93082"/>
                        <a14:foregroundMark x1="50838" y1="85660" x2="50838" y2="85660"/>
                        <a14:foregroundMark x1="27095" y1="76101" x2="27095" y2="76101"/>
                        <a14:foregroundMark x1="28492" y1="65409" x2="28492" y2="65409"/>
                        <a14:foregroundMark x1="28492" y1="55723" x2="28492" y2="55723"/>
                        <a14:foregroundMark x1="28352" y1="49182" x2="28352" y2="49182"/>
                        <a14:foregroundMark x1="42598" y1="46667" x2="42598" y2="46667"/>
                        <a14:foregroundMark x1="50978" y1="22390" x2="50978" y2="22390"/>
                        <a14:foregroundMark x1="60894" y1="4151" x2="60894" y2="4151"/>
                        <a14:foregroundMark x1="3771" y1="16981" x2="3771" y2="16981"/>
                        <a14:foregroundMark x1="48743" y1="47547" x2="48743" y2="47547"/>
                        <a14:foregroundMark x1="93296" y1="82767" x2="93296" y2="82767"/>
                        <a14:foregroundMark x1="30587" y1="97736" x2="30587" y2="97736"/>
                      </a14:backgroundRemoval>
                    </a14:imgEffect>
                  </a14:imgLayer>
                </a14:imgProps>
              </a:ext>
            </a:extLst>
          </a:blip>
          <a:srcRect t="-26380" b="-26380"/>
          <a:stretch/>
        </p:blipFill>
        <p:spPr/>
      </p:pic>
    </p:spTree>
    <p:extLst>
      <p:ext uri="{BB962C8B-B14F-4D97-AF65-F5344CB8AC3E}">
        <p14:creationId xmlns:p14="http://schemas.microsoft.com/office/powerpoint/2010/main" val="40153578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00ECC5E-9F47-5D43-B691-4D4BF9716876}"/>
              </a:ext>
            </a:extLst>
          </p:cNvPr>
          <p:cNvSpPr>
            <a:spLocks noGrp="1"/>
          </p:cNvSpPr>
          <p:nvPr>
            <p:ph type="title"/>
          </p:nvPr>
        </p:nvSpPr>
        <p:spPr/>
        <p:txBody>
          <a:bodyPr/>
          <a:lstStyle/>
          <a:p>
            <a:pPr marL="742950" indent="-742950">
              <a:buFont typeface="+mj-lt"/>
              <a:buAutoNum type="arabicPeriod" startAt="3"/>
            </a:pPr>
            <a:r>
              <a:rPr lang="de-DE" dirty="0"/>
              <a:t>Soft- und Hardware</a:t>
            </a:r>
          </a:p>
        </p:txBody>
      </p:sp>
      <p:pic>
        <p:nvPicPr>
          <p:cNvPr id="6" name="Bildplatzhalter 5">
            <a:extLst>
              <a:ext uri="{FF2B5EF4-FFF2-40B4-BE49-F238E27FC236}">
                <a16:creationId xmlns:a16="http://schemas.microsoft.com/office/drawing/2014/main" id="{46A723EB-BE79-1345-BDEF-7F1275ED64BE}"/>
              </a:ext>
            </a:extLst>
          </p:cNvPr>
          <p:cNvPicPr>
            <a:picLocks noGrp="1" noChangeAspect="1"/>
          </p:cNvPicPr>
          <p:nvPr>
            <p:ph type="pic" sz="quarter" idx="13"/>
          </p:nvPr>
        </p:nvPicPr>
        <p:blipFill rotWithShape="1">
          <a:blip r:embed="rId2">
            <a:extLst>
              <a:ext uri="{BEBA8EAE-BF5A-486C-A8C5-ECC9F3942E4B}">
                <a14:imgProps xmlns:a14="http://schemas.microsoft.com/office/drawing/2010/main">
                  <a14:imgLayer r:embed="rId3">
                    <a14:imgEffect>
                      <a14:backgroundRemoval t="5327" b="94431" l="2404" r="94712">
                        <a14:foregroundMark x1="31971" y1="8475" x2="32212" y2="13559"/>
                        <a14:foregroundMark x1="43510" y1="8717" x2="43750" y2="21792"/>
                        <a14:foregroundMark x1="20433" y1="23002" x2="19712" y2="25182"/>
                        <a14:foregroundMark x1="19471" y1="26150" x2="20192" y2="49395"/>
                        <a14:foregroundMark x1="20433" y1="50847" x2="20673" y2="73366"/>
                        <a14:foregroundMark x1="20192" y1="73608" x2="40865" y2="79419"/>
                        <a14:foregroundMark x1="40865" y1="79419" x2="72596" y2="78208"/>
                        <a14:foregroundMark x1="72356" y1="79903" x2="79567" y2="79177"/>
                        <a14:foregroundMark x1="77885" y1="70702" x2="70913" y2="71186"/>
                        <a14:foregroundMark x1="70913" y1="70944" x2="71394" y2="62470"/>
                        <a14:foregroundMark x1="78125" y1="27603" x2="77885" y2="73850"/>
                        <a14:foregroundMark x1="81010" y1="69976" x2="93269" y2="69492"/>
                        <a14:foregroundMark x1="82212" y1="56174" x2="94231" y2="56174"/>
                        <a14:foregroundMark x1="86298" y1="44794" x2="93990" y2="44552"/>
                        <a14:foregroundMark x1="84856" y1="33898" x2="93990" y2="33172"/>
                        <a14:foregroundMark x1="66106" y1="7264" x2="66106" y2="7990"/>
                        <a14:foregroundMark x1="54327" y1="6538" x2="54567" y2="7506"/>
                        <a14:foregroundMark x1="43029" y1="6295" x2="43029" y2="6295"/>
                        <a14:foregroundMark x1="65865" y1="90073" x2="66346" y2="94673"/>
                        <a14:foregroundMark x1="54327" y1="82324" x2="54087" y2="93947"/>
                        <a14:foregroundMark x1="43269" y1="81356" x2="43029" y2="93705"/>
                        <a14:foregroundMark x1="34856" y1="80387" x2="29327" y2="79419"/>
                        <a14:foregroundMark x1="31010" y1="81356" x2="31490" y2="94189"/>
                        <a14:foregroundMark x1="27404" y1="79419" x2="19952" y2="76271"/>
                        <a14:foregroundMark x1="4327" y1="69976" x2="16346" y2="69976"/>
                        <a14:foregroundMark x1="2885" y1="57143" x2="2885" y2="57143"/>
                        <a14:foregroundMark x1="2404" y1="33414" x2="2404" y2="33414"/>
                        <a14:foregroundMark x1="30048" y1="46489" x2="55769" y2="38015"/>
                        <a14:foregroundMark x1="55769" y1="38015" x2="57692" y2="53027"/>
                        <a14:foregroundMark x1="94712" y1="69249" x2="94712" y2="69249"/>
                      </a14:backgroundRemoval>
                    </a14:imgEffect>
                  </a14:imgLayer>
                </a14:imgProps>
              </a:ext>
            </a:extLst>
          </a:blip>
          <a:srcRect t="-35425" b="-35425"/>
          <a:stretch/>
        </p:blipFill>
        <p:spPr/>
      </p:pic>
      <p:sp>
        <p:nvSpPr>
          <p:cNvPr id="8" name="Oval 7">
            <a:extLst>
              <a:ext uri="{FF2B5EF4-FFF2-40B4-BE49-F238E27FC236}">
                <a16:creationId xmlns:a16="http://schemas.microsoft.com/office/drawing/2014/main" id="{2EEEF016-2966-9F43-8F97-EC017C563CDB}"/>
              </a:ext>
            </a:extLst>
          </p:cNvPr>
          <p:cNvSpPr/>
          <p:nvPr/>
        </p:nvSpPr>
        <p:spPr>
          <a:xfrm>
            <a:off x="6371303" y="3622577"/>
            <a:ext cx="917351" cy="970118"/>
          </a:xfrm>
          <a:prstGeom prst="ellipse">
            <a:avLst/>
          </a:prstGeom>
          <a:blipFill dpi="0" rotWithShape="1">
            <a:blip r:embed="rId4">
              <a:alphaModFix amt="72071"/>
              <a:extLst>
                <a:ext uri="{BEBA8EAE-BF5A-486C-A8C5-ECC9F3942E4B}">
                  <a14:imgProps xmlns:a14="http://schemas.microsoft.com/office/drawing/2010/main">
                    <a14:imgLayer r:embed="rId5">
                      <a14:imgEffect>
                        <a14:backgroundRemoval t="7809" b="98866" l="6702" r="92510">
                          <a14:foregroundMark x1="59396" y1="13098" x2="61235" y2="11461"/>
                          <a14:foregroundMark x1="58739" y1="11083" x2="55191" y2="10831"/>
                          <a14:foregroundMark x1="52694" y1="10202" x2="57030" y2="10453"/>
                          <a14:foregroundMark x1="61892" y1="10202" x2="68331" y2="10202"/>
                          <a14:foregroundMark x1="71879" y1="13728" x2="77792" y2="18010"/>
                          <a14:foregroundMark x1="82392" y1="19270" x2="85545" y2="27834"/>
                          <a14:foregroundMark x1="92378" y1="31738" x2="92378" y2="36020"/>
                          <a14:foregroundMark x1="10644" y1="37280" x2="9330" y2="38287"/>
                          <a14:foregroundMark x1="92378" y1="62217" x2="92378" y2="62217"/>
                          <a14:foregroundMark x1="91590" y1="53023" x2="91590" y2="53023"/>
                          <a14:foregroundMark x1="82786" y1="50126" x2="85940" y2="51385"/>
                          <a14:foregroundMark x1="6833" y1="72670" x2="6833" y2="72670"/>
                          <a14:foregroundMark x1="91984" y1="62217" x2="91984" y2="62217"/>
                          <a14:foregroundMark x1="92641" y1="61587" x2="92641" y2="61587"/>
                          <a14:foregroundMark x1="39685" y1="20277" x2="32983" y2="32116"/>
                          <a14:foregroundMark x1="27989" y1="17380" x2="24179" y2="18010"/>
                          <a14:foregroundMark x1="36531" y1="41940" x2="37188" y2="47481"/>
                          <a14:foregroundMark x1="43233" y1="42569" x2="31537" y2="41562"/>
                          <a14:foregroundMark x1="40342" y1="42821" x2="32983" y2="47103"/>
                          <a14:foregroundMark x1="35480" y1="45466" x2="43890" y2="47733"/>
                          <a14:foregroundMark x1="67280" y1="8816" x2="66886" y2="7809"/>
                          <a14:foregroundMark x1="43233" y1="8564" x2="43233" y2="8564"/>
                          <a14:foregroundMark x1="43495" y1="8564" x2="45992" y2="9446"/>
                          <a14:foregroundMark x1="41130" y1="8186" x2="47043" y2="9446"/>
                          <a14:foregroundMark x1="50986" y1="91688" x2="51380" y2="98866"/>
                          <a14:foregroundMark x1="63995" y1="84761" x2="65177" y2="86776"/>
                          <a14:foregroundMark x1="65440" y1="87028" x2="73982" y2="96222"/>
                          <a14:foregroundMark x1="61235" y1="80479" x2="61235" y2="80479"/>
                          <a14:foregroundMark x1="60841" y1="80856" x2="65834" y2="86398"/>
                          <a14:foregroundMark x1="41393" y1="8816" x2="46386" y2="8816"/>
                          <a14:foregroundMark x1="44941" y1="7809" x2="44678" y2="9824"/>
                          <a14:backgroundMark x1="71879" y1="65491" x2="77792" y2="60579"/>
                          <a14:backgroundMark x1="76741" y1="59950" x2="77135" y2="63854"/>
                          <a14:backgroundMark x1="77135" y1="58942" x2="77135" y2="60831"/>
                          <a14:backgroundMark x1="77135" y1="58564" x2="78187" y2="59950"/>
                          <a14:backgroundMark x1="78187" y1="58942" x2="77530" y2="60579"/>
                          <a14:backgroundMark x1="77135" y1="58942" x2="80289" y2="59194"/>
                          <a14:backgroundMark x1="89488" y1="54282" x2="89882" y2="56297"/>
                          <a14:backgroundMark x1="90145" y1="54282" x2="90145" y2="55290"/>
                        </a14:backgroundRemoval>
                      </a14:imgEffect>
                      <a14:imgEffect>
                        <a14:brightnessContrast bright="40000" contrast="-40000"/>
                      </a14:imgEffect>
                    </a14:imgLayer>
                  </a14:imgProps>
                </a:ext>
              </a:extLst>
            </a:blip>
            <a:srcRect/>
            <a:stretch>
              <a:fillRect l="1395" r="663"/>
            </a:stretch>
          </a:blip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grpSp>
        <p:nvGrpSpPr>
          <p:cNvPr id="15" name="Gruppieren 14">
            <a:extLst>
              <a:ext uri="{FF2B5EF4-FFF2-40B4-BE49-F238E27FC236}">
                <a16:creationId xmlns:a16="http://schemas.microsoft.com/office/drawing/2014/main" id="{4DFBF317-A3AC-A343-8A09-DA293D927399}"/>
              </a:ext>
            </a:extLst>
          </p:cNvPr>
          <p:cNvGrpSpPr/>
          <p:nvPr/>
        </p:nvGrpSpPr>
        <p:grpSpPr>
          <a:xfrm>
            <a:off x="7288655" y="3608718"/>
            <a:ext cx="1570211" cy="970117"/>
            <a:chOff x="7148052" y="2939844"/>
            <a:chExt cx="2305666" cy="1376515"/>
          </a:xfrm>
        </p:grpSpPr>
        <p:cxnSp>
          <p:nvCxnSpPr>
            <p:cNvPr id="10" name="Gerade Verbindung 9">
              <a:extLst>
                <a:ext uri="{FF2B5EF4-FFF2-40B4-BE49-F238E27FC236}">
                  <a16:creationId xmlns:a16="http://schemas.microsoft.com/office/drawing/2014/main" id="{5CE34EA6-06B2-9D4D-8C1F-30CA1993DC11}"/>
                </a:ext>
              </a:extLst>
            </p:cNvPr>
            <p:cNvCxnSpPr>
              <a:cxnSpLocks/>
              <a:stCxn id="8" idx="6"/>
              <a:endCxn id="11" idx="2"/>
            </p:cNvCxnSpPr>
            <p:nvPr/>
          </p:nvCxnSpPr>
          <p:spPr>
            <a:xfrm flipV="1">
              <a:off x="7148053" y="3628102"/>
              <a:ext cx="958645" cy="19665"/>
            </a:xfrm>
            <a:prstGeom prst="line">
              <a:avLst/>
            </a:prstGeom>
            <a:ln/>
          </p:spPr>
          <p:style>
            <a:lnRef idx="3">
              <a:schemeClr val="accent3"/>
            </a:lnRef>
            <a:fillRef idx="0">
              <a:schemeClr val="accent3"/>
            </a:fillRef>
            <a:effectRef idx="2">
              <a:schemeClr val="accent3"/>
            </a:effectRef>
            <a:fontRef idx="minor">
              <a:schemeClr val="tx1"/>
            </a:fontRef>
          </p:style>
        </p:cxnSp>
        <p:sp>
          <p:nvSpPr>
            <p:cNvPr id="11" name="Oval 10">
              <a:extLst>
                <a:ext uri="{FF2B5EF4-FFF2-40B4-BE49-F238E27FC236}">
                  <a16:creationId xmlns:a16="http://schemas.microsoft.com/office/drawing/2014/main" id="{0AFA90E4-B8B5-8046-8D0C-BA6AD9D6BE15}"/>
                </a:ext>
              </a:extLst>
            </p:cNvPr>
            <p:cNvSpPr/>
            <p:nvPr/>
          </p:nvSpPr>
          <p:spPr>
            <a:xfrm>
              <a:off x="8106698" y="2939844"/>
              <a:ext cx="1347020" cy="1376515"/>
            </a:xfrm>
            <a:prstGeom prst="ellipse">
              <a:avLst/>
            </a:prstGeom>
            <a:blipFill>
              <a:blip r:embed="rId6">
                <a:alphaModFix amt="72000"/>
                <a:extLst>
                  <a:ext uri="{BEBA8EAE-BF5A-486C-A8C5-ECC9F3942E4B}">
                    <a14:imgProps xmlns:a14="http://schemas.microsoft.com/office/drawing/2010/main">
                      <a14:imgLayer r:embed="rId7">
                        <a14:imgEffect>
                          <a14:backgroundRemoval t="6182" b="93091" l="1327" r="94196">
                            <a14:foregroundMark x1="6965" y1="32727" x2="12272" y2="28364"/>
                            <a14:foregroundMark x1="14096" y1="28364" x2="20730" y2="37091"/>
                            <a14:foregroundMark x1="24046" y1="40000" x2="25373" y2="50182"/>
                            <a14:foregroundMark x1="26368" y1="54545" x2="25041" y2="64000"/>
                            <a14:foregroundMark x1="1327" y1="55636" x2="1327" y2="52727"/>
                            <a14:foregroundMark x1="41625" y1="14545" x2="46269" y2="13818"/>
                            <a14:foregroundMark x1="47264" y1="6545" x2="47264" y2="6545"/>
                            <a14:foregroundMark x1="89552" y1="32727" x2="91708" y2="37455"/>
                            <a14:foregroundMark x1="93864" y1="46545" x2="94196" y2="49455"/>
                            <a14:foregroundMark x1="47595" y1="89091" x2="47595" y2="93091"/>
                          </a14:backgroundRemoval>
                        </a14:imgEffect>
                      </a14:imgLayer>
                    </a14:imgProps>
                  </a:ext>
                </a:extLst>
              </a:blip>
              <a:srcRect/>
              <a:stretch>
                <a:fillRect t="28437" b="28437"/>
              </a:stretch>
            </a:blip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a:t>        </a:t>
              </a:r>
              <a:endParaRPr lang="de-DE" dirty="0"/>
            </a:p>
          </p:txBody>
        </p:sp>
      </p:grpSp>
      <p:grpSp>
        <p:nvGrpSpPr>
          <p:cNvPr id="27" name="Gruppieren 26">
            <a:extLst>
              <a:ext uri="{FF2B5EF4-FFF2-40B4-BE49-F238E27FC236}">
                <a16:creationId xmlns:a16="http://schemas.microsoft.com/office/drawing/2014/main" id="{CEF2E7C2-EA7C-9F48-A3B8-0418D62F6C51}"/>
              </a:ext>
            </a:extLst>
          </p:cNvPr>
          <p:cNvGrpSpPr/>
          <p:nvPr/>
        </p:nvGrpSpPr>
        <p:grpSpPr>
          <a:xfrm>
            <a:off x="5144962" y="4052019"/>
            <a:ext cx="1226345" cy="942399"/>
            <a:chOff x="7861161" y="4634270"/>
            <a:chExt cx="1293190" cy="970117"/>
          </a:xfrm>
        </p:grpSpPr>
        <p:sp>
          <p:nvSpPr>
            <p:cNvPr id="12" name="Oval 11">
              <a:extLst>
                <a:ext uri="{FF2B5EF4-FFF2-40B4-BE49-F238E27FC236}">
                  <a16:creationId xmlns:a16="http://schemas.microsoft.com/office/drawing/2014/main" id="{CF51204F-CCE0-5449-A73C-787C49ED5836}"/>
                </a:ext>
              </a:extLst>
            </p:cNvPr>
            <p:cNvSpPr/>
            <p:nvPr/>
          </p:nvSpPr>
          <p:spPr>
            <a:xfrm>
              <a:off x="7861161" y="4634270"/>
              <a:ext cx="917351" cy="970117"/>
            </a:xfrm>
            <a:prstGeom prst="ellipse">
              <a:avLst/>
            </a:prstGeom>
            <a:blipFill>
              <a:blip r:embed="rId8">
                <a:alphaModFix amt="72000"/>
                <a:extLst>
                  <a:ext uri="{BEBA8EAE-BF5A-486C-A8C5-ECC9F3942E4B}">
                    <a14:imgProps xmlns:a14="http://schemas.microsoft.com/office/drawing/2010/main">
                      <a14:imgLayer r:embed="rId9">
                        <a14:imgEffect>
                          <a14:backgroundRemoval t="4070" b="99419" l="422" r="92194">
                            <a14:foregroundMark x1="64346" y1="8721" x2="64346" y2="8721"/>
                            <a14:foregroundMark x1="62447" y1="6395" x2="62447" y2="6395"/>
                            <a14:foregroundMark x1="4430" y1="27326" x2="4430" y2="27326"/>
                            <a14:foregroundMark x1="4219" y1="80814" x2="4219" y2="80814"/>
                            <a14:foregroundMark x1="422" y1="69767" x2="422" y2="69767"/>
                            <a14:foregroundMark x1="12025" y1="4070" x2="12025" y2="4070"/>
                            <a14:foregroundMark x1="32278" y1="41279" x2="32278" y2="41279"/>
                            <a14:foregroundMark x1="56329" y1="13372" x2="56329" y2="13372"/>
                            <a14:foregroundMark x1="54641" y1="13372" x2="54641" y2="13372"/>
                            <a14:foregroundMark x1="56118" y1="19767" x2="56118" y2="19767"/>
                            <a14:foregroundMark x1="52743" y1="8721" x2="52743" y2="8721"/>
                            <a14:foregroundMark x1="55696" y1="87791" x2="55696" y2="87791"/>
                            <a14:foregroundMark x1="55696" y1="87791" x2="53586" y2="87791"/>
                            <a14:foregroundMark x1="31435" y1="40698" x2="30169" y2="43605"/>
                            <a14:foregroundMark x1="32911" y1="21512" x2="32911" y2="21512"/>
                            <a14:foregroundMark x1="32911" y1="23837" x2="32911" y2="23837"/>
                            <a14:foregroundMark x1="38819" y1="15116" x2="38819" y2="15116"/>
                            <a14:foregroundMark x1="61181" y1="48837" x2="61603" y2="47674"/>
                            <a14:foregroundMark x1="75105" y1="42442" x2="75105" y2="42442"/>
                            <a14:foregroundMark x1="90717" y1="9884" x2="90717" y2="9884"/>
                            <a14:foregroundMark x1="92616" y1="8721" x2="92616" y2="8721"/>
                            <a14:foregroundMark x1="89873" y1="92442" x2="89873" y2="92442"/>
                            <a14:foregroundMark x1="89873" y1="92442" x2="89873" y2="92442"/>
                            <a14:foregroundMark x1="62658" y1="99419" x2="62658" y2="99419"/>
                          </a14:backgroundRemoval>
                        </a14:imgEffect>
                      </a14:imgLayer>
                    </a14:imgProps>
                  </a:ext>
                </a:extLst>
              </a:blip>
              <a:srcRect/>
              <a:stretch>
                <a:fillRect t="33252" b="33252"/>
              </a:stretch>
            </a:blip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16" name="Gerade Verbindung 15">
              <a:extLst>
                <a:ext uri="{FF2B5EF4-FFF2-40B4-BE49-F238E27FC236}">
                  <a16:creationId xmlns:a16="http://schemas.microsoft.com/office/drawing/2014/main" id="{900E9326-0C6D-8646-9C04-B7040B18DF7A}"/>
                </a:ext>
              </a:extLst>
            </p:cNvPr>
            <p:cNvCxnSpPr>
              <a:cxnSpLocks/>
              <a:stCxn id="8" idx="2"/>
              <a:endCxn id="12" idx="7"/>
            </p:cNvCxnSpPr>
            <p:nvPr/>
          </p:nvCxnSpPr>
          <p:spPr>
            <a:xfrm flipH="1">
              <a:off x="8644168" y="4691523"/>
              <a:ext cx="510187" cy="84817"/>
            </a:xfrm>
            <a:prstGeom prst="line">
              <a:avLst/>
            </a:prstGeom>
          </p:spPr>
          <p:style>
            <a:lnRef idx="3">
              <a:schemeClr val="accent3"/>
            </a:lnRef>
            <a:fillRef idx="0">
              <a:schemeClr val="accent3"/>
            </a:fillRef>
            <a:effectRef idx="2">
              <a:schemeClr val="accent3"/>
            </a:effectRef>
            <a:fontRef idx="minor">
              <a:schemeClr val="tx1"/>
            </a:fontRef>
          </p:style>
        </p:cxnSp>
      </p:grpSp>
      <p:grpSp>
        <p:nvGrpSpPr>
          <p:cNvPr id="30" name="Gruppieren 29">
            <a:extLst>
              <a:ext uri="{FF2B5EF4-FFF2-40B4-BE49-F238E27FC236}">
                <a16:creationId xmlns:a16="http://schemas.microsoft.com/office/drawing/2014/main" id="{A78B647A-8B19-FF40-A2F3-7C45B6B02AF5}"/>
              </a:ext>
            </a:extLst>
          </p:cNvPr>
          <p:cNvGrpSpPr/>
          <p:nvPr/>
        </p:nvGrpSpPr>
        <p:grpSpPr>
          <a:xfrm>
            <a:off x="5317545" y="2619417"/>
            <a:ext cx="1188102" cy="1145229"/>
            <a:chOff x="7861161" y="2558572"/>
            <a:chExt cx="1307027" cy="1214398"/>
          </a:xfrm>
        </p:grpSpPr>
        <p:sp>
          <p:nvSpPr>
            <p:cNvPr id="20" name="Oval 19">
              <a:extLst>
                <a:ext uri="{FF2B5EF4-FFF2-40B4-BE49-F238E27FC236}">
                  <a16:creationId xmlns:a16="http://schemas.microsoft.com/office/drawing/2014/main" id="{184A6736-E101-C64F-87E9-2149C332204D}"/>
                </a:ext>
              </a:extLst>
            </p:cNvPr>
            <p:cNvSpPr/>
            <p:nvPr/>
          </p:nvSpPr>
          <p:spPr>
            <a:xfrm>
              <a:off x="7861161" y="2558572"/>
              <a:ext cx="917352" cy="942399"/>
            </a:xfrm>
            <a:prstGeom prst="ellipse">
              <a:avLst/>
            </a:prstGeom>
            <a:blipFill>
              <a:blip r:embed="rId10">
                <a:alphaModFix amt="72000"/>
                <a:extLst>
                  <a:ext uri="{BEBA8EAE-BF5A-486C-A8C5-ECC9F3942E4B}">
                    <a14:imgProps xmlns:a14="http://schemas.microsoft.com/office/drawing/2010/main">
                      <a14:imgLayer r:embed="rId11">
                        <a14:imgEffect>
                          <a14:backgroundRemoval t="6383" b="94681" l="6883" r="92352">
                            <a14:foregroundMark x1="51625" y1="17021" x2="56597" y2="19326"/>
                            <a14:foregroundMark x1="47801" y1="10106" x2="46654" y2="17908"/>
                            <a14:foregroundMark x1="47992" y1="7092" x2="50860" y2="6560"/>
                            <a14:foregroundMark x1="85468" y1="14716" x2="79159" y2="21631"/>
                            <a14:foregroundMark x1="77820" y1="21809" x2="71702" y2="25177"/>
                            <a14:foregroundMark x1="67878" y1="64184" x2="67495" y2="68440"/>
                            <a14:foregroundMark x1="84512" y1="74823" x2="85468" y2="75177"/>
                            <a14:foregroundMark x1="92161" y1="75177" x2="92543" y2="76241"/>
                            <a14:foregroundMark x1="55067" y1="79433" x2="54111" y2="80851"/>
                            <a14:foregroundMark x1="49522" y1="94858" x2="49522" y2="94858"/>
                            <a14:foregroundMark x1="51243" y1="85993" x2="51243" y2="85993"/>
                            <a14:foregroundMark x1="29446" y1="76241" x2="29446" y2="77128"/>
                            <a14:foregroundMark x1="9178" y1="74645" x2="9178" y2="74645"/>
                            <a14:foregroundMark x1="6883" y1="74291" x2="6883" y2="74291"/>
                          </a14:backgroundRemoval>
                        </a14:imgEffect>
                      </a14:imgLayer>
                    </a14:imgProps>
                  </a:ext>
                </a:extLst>
              </a:blip>
              <a:srcRect/>
              <a:stretch>
                <a:fillRect l="2369" r="2369"/>
              </a:stretch>
            </a:blip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           </a:t>
              </a:r>
            </a:p>
          </p:txBody>
        </p:sp>
        <p:cxnSp>
          <p:nvCxnSpPr>
            <p:cNvPr id="21" name="Gerade Verbindung 20">
              <a:extLst>
                <a:ext uri="{FF2B5EF4-FFF2-40B4-BE49-F238E27FC236}">
                  <a16:creationId xmlns:a16="http://schemas.microsoft.com/office/drawing/2014/main" id="{1D26C09C-0729-6B49-9796-17A8506EB9C3}"/>
                </a:ext>
              </a:extLst>
            </p:cNvPr>
            <p:cNvCxnSpPr>
              <a:cxnSpLocks/>
              <a:stCxn id="8" idx="1"/>
              <a:endCxn id="20" idx="5"/>
            </p:cNvCxnSpPr>
            <p:nvPr/>
          </p:nvCxnSpPr>
          <p:spPr>
            <a:xfrm flipH="1" flipV="1">
              <a:off x="8644171" y="3362961"/>
              <a:ext cx="524021" cy="410009"/>
            </a:xfrm>
            <a:prstGeom prst="line">
              <a:avLst/>
            </a:prstGeom>
          </p:spPr>
          <p:style>
            <a:lnRef idx="3">
              <a:schemeClr val="accent3"/>
            </a:lnRef>
            <a:fillRef idx="0">
              <a:schemeClr val="accent3"/>
            </a:fillRef>
            <a:effectRef idx="2">
              <a:schemeClr val="accent3"/>
            </a:effectRef>
            <a:fontRef idx="minor">
              <a:schemeClr val="tx1"/>
            </a:fontRef>
          </p:style>
        </p:cxnSp>
      </p:grpSp>
      <p:grpSp>
        <p:nvGrpSpPr>
          <p:cNvPr id="81" name="Gruppieren 80">
            <a:extLst>
              <a:ext uri="{FF2B5EF4-FFF2-40B4-BE49-F238E27FC236}">
                <a16:creationId xmlns:a16="http://schemas.microsoft.com/office/drawing/2014/main" id="{669D407C-75A2-C34C-A592-7D33DF8E2DBF}"/>
              </a:ext>
            </a:extLst>
          </p:cNvPr>
          <p:cNvGrpSpPr/>
          <p:nvPr/>
        </p:nvGrpSpPr>
        <p:grpSpPr>
          <a:xfrm>
            <a:off x="8858866" y="3608718"/>
            <a:ext cx="1544636" cy="942399"/>
            <a:chOff x="8858866" y="3608718"/>
            <a:chExt cx="1544636" cy="942399"/>
          </a:xfrm>
        </p:grpSpPr>
        <p:cxnSp>
          <p:nvCxnSpPr>
            <p:cNvPr id="38" name="Gerade Verbindung 37">
              <a:extLst>
                <a:ext uri="{FF2B5EF4-FFF2-40B4-BE49-F238E27FC236}">
                  <a16:creationId xmlns:a16="http://schemas.microsoft.com/office/drawing/2014/main" id="{5B27F783-A7E1-8C43-BD56-AE26AE6F654A}"/>
                </a:ext>
              </a:extLst>
            </p:cNvPr>
            <p:cNvCxnSpPr>
              <a:cxnSpLocks/>
              <a:stCxn id="11" idx="6"/>
              <a:endCxn id="39" idx="2"/>
            </p:cNvCxnSpPr>
            <p:nvPr/>
          </p:nvCxnSpPr>
          <p:spPr>
            <a:xfrm flipV="1">
              <a:off x="8858866" y="4079918"/>
              <a:ext cx="627284" cy="13859"/>
            </a:xfrm>
            <a:prstGeom prst="line">
              <a:avLst/>
            </a:prstGeom>
          </p:spPr>
          <p:style>
            <a:lnRef idx="3">
              <a:schemeClr val="accent3"/>
            </a:lnRef>
            <a:fillRef idx="0">
              <a:schemeClr val="accent3"/>
            </a:fillRef>
            <a:effectRef idx="2">
              <a:schemeClr val="accent3"/>
            </a:effectRef>
            <a:fontRef idx="minor">
              <a:schemeClr val="tx1"/>
            </a:fontRef>
          </p:style>
        </p:cxnSp>
        <p:sp>
          <p:nvSpPr>
            <p:cNvPr id="39" name="Oval 38">
              <a:extLst>
                <a:ext uri="{FF2B5EF4-FFF2-40B4-BE49-F238E27FC236}">
                  <a16:creationId xmlns:a16="http://schemas.microsoft.com/office/drawing/2014/main" id="{5398966C-1C77-E644-A645-532C8D204A03}"/>
                </a:ext>
              </a:extLst>
            </p:cNvPr>
            <p:cNvSpPr/>
            <p:nvPr/>
          </p:nvSpPr>
          <p:spPr>
            <a:xfrm>
              <a:off x="9486150" y="3608718"/>
              <a:ext cx="917352" cy="942399"/>
            </a:xfrm>
            <a:prstGeom prst="ellipse">
              <a:avLst/>
            </a:prstGeom>
            <a:blipFill>
              <a:blip r:embed="rId12">
                <a:alphaModFix amt="72000"/>
                <a:extLst>
                  <a:ext uri="{BEBA8EAE-BF5A-486C-A8C5-ECC9F3942E4B}">
                    <a14:imgProps xmlns:a14="http://schemas.microsoft.com/office/drawing/2010/main">
                      <a14:imgLayer r:embed="rId13">
                        <a14:imgEffect>
                          <a14:backgroundRemoval t="8242" b="91209" l="6881" r="89450">
                            <a14:foregroundMark x1="45872" y1="8242" x2="45872" y2="9890"/>
                            <a14:foregroundMark x1="6881" y1="25275" x2="8257" y2="25824"/>
                            <a14:foregroundMark x1="45872" y1="89560" x2="46330" y2="91209"/>
                          </a14:backgroundRemoval>
                        </a14:imgEffect>
                      </a14:imgLayer>
                    </a14:imgProps>
                  </a:ext>
                </a:extLst>
              </a:blip>
              <a:srcRect/>
              <a:stretch>
                <a:fillRect t="9367" b="9367"/>
              </a:stretch>
            </a:blip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                      </a:t>
              </a:r>
            </a:p>
          </p:txBody>
        </p:sp>
      </p:grpSp>
      <p:grpSp>
        <p:nvGrpSpPr>
          <p:cNvPr id="82" name="Gruppieren 81">
            <a:extLst>
              <a:ext uri="{FF2B5EF4-FFF2-40B4-BE49-F238E27FC236}">
                <a16:creationId xmlns:a16="http://schemas.microsoft.com/office/drawing/2014/main" id="{E0469B0A-1D17-F14F-AE22-D85652D81064}"/>
              </a:ext>
            </a:extLst>
          </p:cNvPr>
          <p:cNvGrpSpPr/>
          <p:nvPr/>
        </p:nvGrpSpPr>
        <p:grpSpPr>
          <a:xfrm>
            <a:off x="8724523" y="2364418"/>
            <a:ext cx="1678977" cy="1386370"/>
            <a:chOff x="8724523" y="2364418"/>
            <a:chExt cx="1678977" cy="1386370"/>
          </a:xfrm>
        </p:grpSpPr>
        <p:cxnSp>
          <p:nvCxnSpPr>
            <p:cNvPr id="43" name="Gerade Verbindung 42">
              <a:extLst>
                <a:ext uri="{FF2B5EF4-FFF2-40B4-BE49-F238E27FC236}">
                  <a16:creationId xmlns:a16="http://schemas.microsoft.com/office/drawing/2014/main" id="{F91DD0B8-61A0-F446-A125-8E5ECB012A41}"/>
                </a:ext>
              </a:extLst>
            </p:cNvPr>
            <p:cNvCxnSpPr>
              <a:cxnSpLocks/>
              <a:stCxn id="11" idx="7"/>
              <a:endCxn id="44" idx="3"/>
            </p:cNvCxnSpPr>
            <p:nvPr/>
          </p:nvCxnSpPr>
          <p:spPr>
            <a:xfrm flipV="1">
              <a:off x="8724523" y="3168806"/>
              <a:ext cx="895968" cy="581982"/>
            </a:xfrm>
            <a:prstGeom prst="line">
              <a:avLst/>
            </a:prstGeom>
          </p:spPr>
          <p:style>
            <a:lnRef idx="3">
              <a:schemeClr val="accent3"/>
            </a:lnRef>
            <a:fillRef idx="0">
              <a:schemeClr val="accent3"/>
            </a:fillRef>
            <a:effectRef idx="2">
              <a:schemeClr val="accent3"/>
            </a:effectRef>
            <a:fontRef idx="minor">
              <a:schemeClr val="tx1"/>
            </a:fontRef>
          </p:style>
        </p:cxnSp>
        <p:sp>
          <p:nvSpPr>
            <p:cNvPr id="44" name="Oval 43">
              <a:extLst>
                <a:ext uri="{FF2B5EF4-FFF2-40B4-BE49-F238E27FC236}">
                  <a16:creationId xmlns:a16="http://schemas.microsoft.com/office/drawing/2014/main" id="{8C140790-90F8-604D-A98A-563A64D50A8D}"/>
                </a:ext>
              </a:extLst>
            </p:cNvPr>
            <p:cNvSpPr/>
            <p:nvPr/>
          </p:nvSpPr>
          <p:spPr>
            <a:xfrm>
              <a:off x="9486148" y="2364418"/>
              <a:ext cx="917352" cy="942399"/>
            </a:xfrm>
            <a:prstGeom prst="ellipse">
              <a:avLst/>
            </a:prstGeom>
            <a:blipFill>
              <a:blip r:embed="rId14">
                <a:alphaModFix amt="72000"/>
                <a:extLst>
                  <a:ext uri="{BEBA8EAE-BF5A-486C-A8C5-ECC9F3942E4B}">
                    <a14:imgProps xmlns:a14="http://schemas.microsoft.com/office/drawing/2010/main">
                      <a14:imgLayer r:embed="rId15">
                        <a14:imgEffect>
                          <a14:backgroundRemoval t="5023" b="96804" l="2294" r="95413">
                            <a14:foregroundMark x1="35780" y1="13242" x2="49541" y2="12785"/>
                            <a14:foregroundMark x1="50917" y1="12785" x2="79817" y2="26941"/>
                            <a14:foregroundMark x1="61386" y1="42761" x2="58257" y2="44749"/>
                            <a14:foregroundMark x1="79817" y1="31050" x2="74612" y2="34357"/>
                            <a14:foregroundMark x1="86697" y1="38813" x2="88532" y2="66667"/>
                            <a14:foregroundMark x1="93578" y1="48858" x2="94495" y2="52055"/>
                            <a14:foregroundMark x1="73853" y1="83105" x2="50917" y2="88584"/>
                            <a14:foregroundMark x1="52294" y1="89041" x2="22018" y2="83562"/>
                            <a14:foregroundMark x1="11009" y1="46575" x2="14220" y2="72146"/>
                            <a14:foregroundMark x1="3211" y1="44292" x2="2294" y2="49772"/>
                            <a14:foregroundMark x1="43119" y1="5936" x2="46330" y2="6849"/>
                            <a14:foregroundMark x1="47706" y1="94521" x2="47706" y2="96804"/>
                            <a14:foregroundMark x1="95413" y1="46575" x2="95413" y2="47489"/>
                            <a14:backgroundMark x1="64679" y1="34703" x2="70183" y2="41096"/>
                          </a14:backgroundRemoval>
                        </a14:imgEffect>
                      </a14:imgLayer>
                    </a14:imgProps>
                  </a:ext>
                </a:extLst>
              </a:blip>
              <a:srcRect/>
              <a:stretch>
                <a:fillRect t="1105" b="1105"/>
              </a:stretch>
            </a:blip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                  </a:t>
              </a:r>
            </a:p>
          </p:txBody>
        </p:sp>
      </p:grpSp>
      <p:grpSp>
        <p:nvGrpSpPr>
          <p:cNvPr id="83" name="Gruppieren 82">
            <a:extLst>
              <a:ext uri="{FF2B5EF4-FFF2-40B4-BE49-F238E27FC236}">
                <a16:creationId xmlns:a16="http://schemas.microsoft.com/office/drawing/2014/main" id="{183C165A-EC59-2849-B703-D3A44049D1C7}"/>
              </a:ext>
            </a:extLst>
          </p:cNvPr>
          <p:cNvGrpSpPr/>
          <p:nvPr/>
        </p:nvGrpSpPr>
        <p:grpSpPr>
          <a:xfrm>
            <a:off x="8724523" y="4436765"/>
            <a:ext cx="1678978" cy="1167622"/>
            <a:chOff x="8724523" y="4436765"/>
            <a:chExt cx="1678978" cy="1167622"/>
          </a:xfrm>
        </p:grpSpPr>
        <p:sp>
          <p:nvSpPr>
            <p:cNvPr id="47" name="Oval 46">
              <a:extLst>
                <a:ext uri="{FF2B5EF4-FFF2-40B4-BE49-F238E27FC236}">
                  <a16:creationId xmlns:a16="http://schemas.microsoft.com/office/drawing/2014/main" id="{C1082314-9896-2E45-9A03-5F66293B5E5D}"/>
                </a:ext>
              </a:extLst>
            </p:cNvPr>
            <p:cNvSpPr/>
            <p:nvPr/>
          </p:nvSpPr>
          <p:spPr>
            <a:xfrm>
              <a:off x="9486150" y="4661988"/>
              <a:ext cx="917351" cy="942399"/>
            </a:xfrm>
            <a:prstGeom prst="ellipse">
              <a:avLst/>
            </a:prstGeom>
            <a:blipFill>
              <a:blip r:embed="rId16">
                <a:alphaModFix amt="72000"/>
              </a:blip>
              <a:srcRect/>
              <a:stretch>
                <a:fillRect t="825" b="825"/>
              </a:stretch>
            </a:blip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           </a:t>
              </a:r>
            </a:p>
          </p:txBody>
        </p:sp>
        <p:cxnSp>
          <p:nvCxnSpPr>
            <p:cNvPr id="48" name="Gerade Verbindung 47">
              <a:extLst>
                <a:ext uri="{FF2B5EF4-FFF2-40B4-BE49-F238E27FC236}">
                  <a16:creationId xmlns:a16="http://schemas.microsoft.com/office/drawing/2014/main" id="{558E431E-DEE0-D24A-B458-D4C653BAE263}"/>
                </a:ext>
              </a:extLst>
            </p:cNvPr>
            <p:cNvCxnSpPr>
              <a:cxnSpLocks/>
              <a:stCxn id="11" idx="5"/>
              <a:endCxn id="47" idx="2"/>
            </p:cNvCxnSpPr>
            <p:nvPr/>
          </p:nvCxnSpPr>
          <p:spPr>
            <a:xfrm>
              <a:off x="8724523" y="4436765"/>
              <a:ext cx="761627" cy="696423"/>
            </a:xfrm>
            <a:prstGeom prst="line">
              <a:avLst/>
            </a:prstGeom>
          </p:spPr>
          <p:style>
            <a:lnRef idx="3">
              <a:schemeClr val="accent3"/>
            </a:lnRef>
            <a:fillRef idx="0">
              <a:schemeClr val="accent3"/>
            </a:fillRef>
            <a:effectRef idx="2">
              <a:schemeClr val="accent3"/>
            </a:effectRef>
            <a:fontRef idx="minor">
              <a:schemeClr val="tx1"/>
            </a:fontRef>
          </p:style>
        </p:cxnSp>
      </p:grpSp>
      <p:grpSp>
        <p:nvGrpSpPr>
          <p:cNvPr id="85" name="Gruppieren 84">
            <a:extLst>
              <a:ext uri="{FF2B5EF4-FFF2-40B4-BE49-F238E27FC236}">
                <a16:creationId xmlns:a16="http://schemas.microsoft.com/office/drawing/2014/main" id="{AA0509EE-157A-A64E-A1CB-16C74416B8B1}"/>
              </a:ext>
            </a:extLst>
          </p:cNvPr>
          <p:cNvGrpSpPr/>
          <p:nvPr/>
        </p:nvGrpSpPr>
        <p:grpSpPr>
          <a:xfrm>
            <a:off x="6371302" y="2091336"/>
            <a:ext cx="917351" cy="1531241"/>
            <a:chOff x="6371302" y="2091336"/>
            <a:chExt cx="917351" cy="1531241"/>
          </a:xfrm>
        </p:grpSpPr>
        <p:sp>
          <p:nvSpPr>
            <p:cNvPr id="63" name="Oval 62">
              <a:extLst>
                <a:ext uri="{FF2B5EF4-FFF2-40B4-BE49-F238E27FC236}">
                  <a16:creationId xmlns:a16="http://schemas.microsoft.com/office/drawing/2014/main" id="{78AA6C70-117A-DF4B-846A-4FB5CF7BE8A7}"/>
                </a:ext>
              </a:extLst>
            </p:cNvPr>
            <p:cNvSpPr/>
            <p:nvPr/>
          </p:nvSpPr>
          <p:spPr>
            <a:xfrm>
              <a:off x="6371302" y="2091336"/>
              <a:ext cx="917351" cy="942399"/>
            </a:xfrm>
            <a:prstGeom prst="ellipse">
              <a:avLst/>
            </a:prstGeom>
            <a:blipFill>
              <a:blip r:embed="rId17">
                <a:alphaModFix amt="72000"/>
              </a:blip>
              <a:srcRect/>
              <a:stretch>
                <a:fillRect t="26797" b="26797"/>
              </a:stretch>
            </a:blip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           </a:t>
              </a:r>
            </a:p>
          </p:txBody>
        </p:sp>
        <p:cxnSp>
          <p:nvCxnSpPr>
            <p:cNvPr id="64" name="Gerade Verbindung 63">
              <a:extLst>
                <a:ext uri="{FF2B5EF4-FFF2-40B4-BE49-F238E27FC236}">
                  <a16:creationId xmlns:a16="http://schemas.microsoft.com/office/drawing/2014/main" id="{638E4214-BB16-624F-9BAF-13883237AD75}"/>
                </a:ext>
              </a:extLst>
            </p:cNvPr>
            <p:cNvCxnSpPr>
              <a:cxnSpLocks/>
              <a:stCxn id="63" idx="4"/>
              <a:endCxn id="8" idx="0"/>
            </p:cNvCxnSpPr>
            <p:nvPr/>
          </p:nvCxnSpPr>
          <p:spPr>
            <a:xfrm>
              <a:off x="6829978" y="3033735"/>
              <a:ext cx="1" cy="588842"/>
            </a:xfrm>
            <a:prstGeom prst="line">
              <a:avLst/>
            </a:prstGeom>
          </p:spPr>
          <p:style>
            <a:lnRef idx="3">
              <a:schemeClr val="accent3"/>
            </a:lnRef>
            <a:fillRef idx="0">
              <a:schemeClr val="accent3"/>
            </a:fillRef>
            <a:effectRef idx="2">
              <a:schemeClr val="accent3"/>
            </a:effectRef>
            <a:fontRef idx="minor">
              <a:schemeClr val="tx1"/>
            </a:fontRef>
          </p:style>
        </p:cxnSp>
      </p:grpSp>
      <p:grpSp>
        <p:nvGrpSpPr>
          <p:cNvPr id="84" name="Gruppieren 83">
            <a:extLst>
              <a:ext uri="{FF2B5EF4-FFF2-40B4-BE49-F238E27FC236}">
                <a16:creationId xmlns:a16="http://schemas.microsoft.com/office/drawing/2014/main" id="{C68322D0-50A8-C94B-BAC4-DE5D0EFD01B9}"/>
              </a:ext>
            </a:extLst>
          </p:cNvPr>
          <p:cNvGrpSpPr/>
          <p:nvPr/>
        </p:nvGrpSpPr>
        <p:grpSpPr>
          <a:xfrm>
            <a:off x="6371303" y="4592695"/>
            <a:ext cx="917351" cy="1344122"/>
            <a:chOff x="6371303" y="4592695"/>
            <a:chExt cx="917351" cy="1344122"/>
          </a:xfrm>
        </p:grpSpPr>
        <p:sp>
          <p:nvSpPr>
            <p:cNvPr id="71" name="Oval 70">
              <a:extLst>
                <a:ext uri="{FF2B5EF4-FFF2-40B4-BE49-F238E27FC236}">
                  <a16:creationId xmlns:a16="http://schemas.microsoft.com/office/drawing/2014/main" id="{C40047E5-16A7-AC48-865E-81626BA76418}"/>
                </a:ext>
              </a:extLst>
            </p:cNvPr>
            <p:cNvSpPr/>
            <p:nvPr/>
          </p:nvSpPr>
          <p:spPr>
            <a:xfrm>
              <a:off x="6371303" y="4994418"/>
              <a:ext cx="917351" cy="942399"/>
            </a:xfrm>
            <a:prstGeom prst="ellipse">
              <a:avLst/>
            </a:prstGeom>
            <a:blipFill>
              <a:blip r:embed="rId18">
                <a:alphaModFix amt="72000"/>
              </a:blip>
              <a:srcRect/>
              <a:stretch>
                <a:fillRect t="4422" b="4422"/>
              </a:stretch>
            </a:blip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           </a:t>
              </a:r>
            </a:p>
          </p:txBody>
        </p:sp>
        <p:cxnSp>
          <p:nvCxnSpPr>
            <p:cNvPr id="72" name="Gerade Verbindung 71">
              <a:extLst>
                <a:ext uri="{FF2B5EF4-FFF2-40B4-BE49-F238E27FC236}">
                  <a16:creationId xmlns:a16="http://schemas.microsoft.com/office/drawing/2014/main" id="{07A0867C-DFF5-3546-9C2D-64BB307546F3}"/>
                </a:ext>
              </a:extLst>
            </p:cNvPr>
            <p:cNvCxnSpPr>
              <a:cxnSpLocks/>
              <a:stCxn id="8" idx="4"/>
              <a:endCxn id="71" idx="0"/>
            </p:cNvCxnSpPr>
            <p:nvPr/>
          </p:nvCxnSpPr>
          <p:spPr>
            <a:xfrm>
              <a:off x="6829979" y="4592695"/>
              <a:ext cx="0" cy="401723"/>
            </a:xfrm>
            <a:prstGeom prst="line">
              <a:avLst/>
            </a:prstGeom>
          </p:spPr>
          <p:style>
            <a:lnRef idx="3">
              <a:schemeClr val="accent3"/>
            </a:lnRef>
            <a:fillRef idx="0">
              <a:schemeClr val="accent3"/>
            </a:fillRef>
            <a:effectRef idx="2">
              <a:schemeClr val="accent3"/>
            </a:effectRef>
            <a:fontRef idx="minor">
              <a:schemeClr val="tx1"/>
            </a:fontRef>
          </p:style>
        </p:cxnSp>
      </p:grpSp>
      <p:grpSp>
        <p:nvGrpSpPr>
          <p:cNvPr id="29" name="Gruppieren 28">
            <a:extLst>
              <a:ext uri="{FF2B5EF4-FFF2-40B4-BE49-F238E27FC236}">
                <a16:creationId xmlns:a16="http://schemas.microsoft.com/office/drawing/2014/main" id="{49239FFF-36A5-9A47-A92E-B43514B32079}"/>
              </a:ext>
            </a:extLst>
          </p:cNvPr>
          <p:cNvGrpSpPr/>
          <p:nvPr/>
        </p:nvGrpSpPr>
        <p:grpSpPr>
          <a:xfrm>
            <a:off x="7154311" y="2293023"/>
            <a:ext cx="1350336" cy="1471624"/>
            <a:chOff x="6109945" y="2293023"/>
            <a:chExt cx="1350336" cy="1471624"/>
          </a:xfrm>
        </p:grpSpPr>
        <p:sp>
          <p:nvSpPr>
            <p:cNvPr id="31" name="Oval 30">
              <a:extLst>
                <a:ext uri="{FF2B5EF4-FFF2-40B4-BE49-F238E27FC236}">
                  <a16:creationId xmlns:a16="http://schemas.microsoft.com/office/drawing/2014/main" id="{F6321F25-392D-5A48-B6C5-7024F2B4BC99}"/>
                </a:ext>
              </a:extLst>
            </p:cNvPr>
            <p:cNvSpPr/>
            <p:nvPr/>
          </p:nvSpPr>
          <p:spPr>
            <a:xfrm>
              <a:off x="6542930" y="2293023"/>
              <a:ext cx="917351" cy="942399"/>
            </a:xfrm>
            <a:prstGeom prst="ellipse">
              <a:avLst/>
            </a:prstGeom>
            <a:blipFill dpi="0" rotWithShape="1">
              <a:blip r:embed="rId19">
                <a:alphaModFix amt="72000"/>
                <a:extLst>
                  <a:ext uri="{BEBA8EAE-BF5A-486C-A8C5-ECC9F3942E4B}">
                    <a14:imgProps xmlns:a14="http://schemas.microsoft.com/office/drawing/2010/main">
                      <a14:imgLayer r:embed="rId20">
                        <a14:imgEffect>
                          <a14:backgroundRemoval t="9337" b="97789" l="6015" r="92331">
                            <a14:foregroundMark x1="89774" y1="36364" x2="89774" y2="36364"/>
                            <a14:foregroundMark x1="92481" y1="32678" x2="92481" y2="32678"/>
                            <a14:foregroundMark x1="78346" y1="90663" x2="78346" y2="90663"/>
                            <a14:foregroundMark x1="76241" y1="97789" x2="76241" y2="97789"/>
                            <a14:foregroundMark x1="77293" y1="94840" x2="77293" y2="94840"/>
                            <a14:foregroundMark x1="73083" y1="93612" x2="78647" y2="92875"/>
                            <a14:foregroundMark x1="69023" y1="92875" x2="69023" y2="92875"/>
                            <a14:foregroundMark x1="67669" y1="92875" x2="69323" y2="92875"/>
                            <a14:foregroundMark x1="67970" y1="80344" x2="69624" y2="89189"/>
                            <a14:foregroundMark x1="71128" y1="85504" x2="74135" y2="94103"/>
                            <a14:foregroundMark x1="68271" y1="84029" x2="68271" y2="89926"/>
                            <a14:foregroundMark x1="38797" y1="92138" x2="38797" y2="92138"/>
                            <a14:foregroundMark x1="38797" y1="91400" x2="42707" y2="92138"/>
                            <a14:foregroundMark x1="38797" y1="93612" x2="43308" y2="93612"/>
                            <a14:foregroundMark x1="45113" y1="81818" x2="43759" y2="93612"/>
                            <a14:foregroundMark x1="28421" y1="48894" x2="28120" y2="52580"/>
                            <a14:foregroundMark x1="16391" y1="38575" x2="31880" y2="50369"/>
                            <a14:foregroundMark x1="13985" y1="60442" x2="27068" y2="40786"/>
                            <a14:foregroundMark x1="10075" y1="45209" x2="19549" y2="35627"/>
                            <a14:foregroundMark x1="13233" y1="23096" x2="25714" y2="26781"/>
                            <a14:foregroundMark x1="27068" y1="17199" x2="27068" y2="17199"/>
                            <a14:foregroundMark x1="6015" y1="17199" x2="6015" y2="17199"/>
                          </a14:backgroundRemoval>
                        </a14:imgEffect>
                      </a14:imgLayer>
                    </a14:imgProps>
                  </a:ext>
                </a:extLst>
              </a:blip>
              <a:srcRect/>
              <a:stretch>
                <a:fillRect l="2800" t="20212" r="-2800" b="20212"/>
              </a:stretch>
            </a:blip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           </a:t>
              </a:r>
            </a:p>
          </p:txBody>
        </p:sp>
        <p:cxnSp>
          <p:nvCxnSpPr>
            <p:cNvPr id="32" name="Gerade Verbindung 31">
              <a:extLst>
                <a:ext uri="{FF2B5EF4-FFF2-40B4-BE49-F238E27FC236}">
                  <a16:creationId xmlns:a16="http://schemas.microsoft.com/office/drawing/2014/main" id="{3CD0E88F-F52A-2648-ADA7-A7B190E792A5}"/>
                </a:ext>
              </a:extLst>
            </p:cNvPr>
            <p:cNvCxnSpPr>
              <a:cxnSpLocks/>
              <a:stCxn id="31" idx="3"/>
              <a:endCxn id="8" idx="7"/>
            </p:cNvCxnSpPr>
            <p:nvPr/>
          </p:nvCxnSpPr>
          <p:spPr>
            <a:xfrm flipH="1">
              <a:off x="6109945" y="3097411"/>
              <a:ext cx="567328" cy="667236"/>
            </a:xfrm>
            <a:prstGeom prst="line">
              <a:avLst/>
            </a:prstGeom>
          </p:spPr>
          <p:style>
            <a:lnRef idx="3">
              <a:schemeClr val="accent3"/>
            </a:lnRef>
            <a:fillRef idx="0">
              <a:schemeClr val="accent3"/>
            </a:fillRef>
            <a:effectRef idx="2">
              <a:schemeClr val="accent3"/>
            </a:effectRef>
            <a:fontRef idx="minor">
              <a:schemeClr val="tx1"/>
            </a:fontRef>
          </p:style>
        </p:cxnSp>
      </p:grpSp>
      <p:grpSp>
        <p:nvGrpSpPr>
          <p:cNvPr id="36" name="Gruppieren 35">
            <a:extLst>
              <a:ext uri="{FF2B5EF4-FFF2-40B4-BE49-F238E27FC236}">
                <a16:creationId xmlns:a16="http://schemas.microsoft.com/office/drawing/2014/main" id="{E0729465-51B5-5442-A99E-2B6D2C6034BD}"/>
              </a:ext>
            </a:extLst>
          </p:cNvPr>
          <p:cNvGrpSpPr/>
          <p:nvPr/>
        </p:nvGrpSpPr>
        <p:grpSpPr>
          <a:xfrm>
            <a:off x="7154311" y="4450625"/>
            <a:ext cx="1376674" cy="1285330"/>
            <a:chOff x="6042775" y="4408657"/>
            <a:chExt cx="1376674" cy="1285330"/>
          </a:xfrm>
        </p:grpSpPr>
        <p:sp>
          <p:nvSpPr>
            <p:cNvPr id="37" name="Oval 36">
              <a:extLst>
                <a:ext uri="{FF2B5EF4-FFF2-40B4-BE49-F238E27FC236}">
                  <a16:creationId xmlns:a16="http://schemas.microsoft.com/office/drawing/2014/main" id="{527E6BA4-93D2-8640-8886-F61D2D2CED0B}"/>
                </a:ext>
              </a:extLst>
            </p:cNvPr>
            <p:cNvSpPr/>
            <p:nvPr/>
          </p:nvSpPr>
          <p:spPr>
            <a:xfrm>
              <a:off x="6501449" y="4751588"/>
              <a:ext cx="918000" cy="942399"/>
            </a:xfrm>
            <a:prstGeom prst="ellipse">
              <a:avLst/>
            </a:prstGeom>
            <a:blipFill>
              <a:blip r:embed="rId21">
                <a:alphaModFix amt="72000"/>
              </a:blip>
              <a:srcRect/>
              <a:stretch>
                <a:fillRect l="2559" r="2559"/>
              </a:stretch>
            </a:blip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           </a:t>
              </a:r>
            </a:p>
          </p:txBody>
        </p:sp>
        <p:cxnSp>
          <p:nvCxnSpPr>
            <p:cNvPr id="40" name="Gerade Verbindung 39">
              <a:extLst>
                <a:ext uri="{FF2B5EF4-FFF2-40B4-BE49-F238E27FC236}">
                  <a16:creationId xmlns:a16="http://schemas.microsoft.com/office/drawing/2014/main" id="{4D1C1E56-098A-3045-8338-8E7F2A4A464B}"/>
                </a:ext>
              </a:extLst>
            </p:cNvPr>
            <p:cNvCxnSpPr>
              <a:cxnSpLocks/>
              <a:stCxn id="8" idx="5"/>
              <a:endCxn id="37" idx="1"/>
            </p:cNvCxnSpPr>
            <p:nvPr/>
          </p:nvCxnSpPr>
          <p:spPr>
            <a:xfrm>
              <a:off x="6042775" y="4408657"/>
              <a:ext cx="593112" cy="480942"/>
            </a:xfrm>
            <a:prstGeom prst="line">
              <a:avLst/>
            </a:prstGeom>
          </p:spPr>
          <p:style>
            <a:lnRef idx="3">
              <a:schemeClr val="accent3"/>
            </a:lnRef>
            <a:fillRef idx="0">
              <a:schemeClr val="accent3"/>
            </a:fillRef>
            <a:effectRef idx="2">
              <a:schemeClr val="accent3"/>
            </a:effectRef>
            <a:fontRef idx="minor">
              <a:schemeClr val="tx1"/>
            </a:fontRef>
          </p:style>
        </p:cxnSp>
      </p:grpSp>
    </p:spTree>
    <p:extLst>
      <p:ext uri="{BB962C8B-B14F-4D97-AF65-F5344CB8AC3E}">
        <p14:creationId xmlns:p14="http://schemas.microsoft.com/office/powerpoint/2010/main" val="1748950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5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5"/>
                                        </p:tgtEl>
                                        <p:attrNameLst>
                                          <p:attrName>style.visibility</p:attrName>
                                        </p:attrNameLst>
                                      </p:cBhvr>
                                      <p:to>
                                        <p:strVal val="visible"/>
                                      </p:to>
                                    </p:set>
                                    <p:animEffect transition="in" filter="fade">
                                      <p:cBhvr>
                                        <p:cTn id="22" dur="500"/>
                                        <p:tgtEl>
                                          <p:spTgt spid="8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4"/>
                                        </p:tgtEl>
                                        <p:attrNameLst>
                                          <p:attrName>style.visibility</p:attrName>
                                        </p:attrNameLst>
                                      </p:cBhvr>
                                      <p:to>
                                        <p:strVal val="visible"/>
                                      </p:to>
                                    </p:set>
                                    <p:animEffect transition="in" filter="fade">
                                      <p:cBhvr>
                                        <p:cTn id="27" dur="500"/>
                                        <p:tgtEl>
                                          <p:spTgt spid="8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500"/>
                                        <p:tgtEl>
                                          <p:spTgt spid="2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fade">
                                      <p:cBhvr>
                                        <p:cTn id="37" dur="500"/>
                                        <p:tgtEl>
                                          <p:spTgt spid="3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82"/>
                                        </p:tgtEl>
                                        <p:attrNameLst>
                                          <p:attrName>style.visibility</p:attrName>
                                        </p:attrNameLst>
                                      </p:cBhvr>
                                      <p:to>
                                        <p:strVal val="visible"/>
                                      </p:to>
                                    </p:set>
                                    <p:animEffect transition="in" filter="fade">
                                      <p:cBhvr>
                                        <p:cTn id="47" dur="500"/>
                                        <p:tgtEl>
                                          <p:spTgt spid="8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81"/>
                                        </p:tgtEl>
                                        <p:attrNameLst>
                                          <p:attrName>style.visibility</p:attrName>
                                        </p:attrNameLst>
                                      </p:cBhvr>
                                      <p:to>
                                        <p:strVal val="visible"/>
                                      </p:to>
                                    </p:set>
                                    <p:animEffect transition="in" filter="fade">
                                      <p:cBhvr>
                                        <p:cTn id="52" dur="500"/>
                                        <p:tgtEl>
                                          <p:spTgt spid="81"/>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83"/>
                                        </p:tgtEl>
                                        <p:attrNameLst>
                                          <p:attrName>style.visibility</p:attrName>
                                        </p:attrNameLst>
                                      </p:cBhvr>
                                      <p:to>
                                        <p:strVal val="visible"/>
                                      </p:to>
                                    </p:set>
                                    <p:animEffect transition="in" filter="fade">
                                      <p:cBhvr>
                                        <p:cTn id="57" dur="5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90B1938-4CE2-EF43-8A57-7C30D1EC3D83}"/>
              </a:ext>
            </a:extLst>
          </p:cNvPr>
          <p:cNvSpPr>
            <a:spLocks noGrp="1"/>
          </p:cNvSpPr>
          <p:nvPr>
            <p:ph type="title"/>
          </p:nvPr>
        </p:nvSpPr>
        <p:spPr/>
        <p:txBody>
          <a:bodyPr/>
          <a:lstStyle/>
          <a:p>
            <a:r>
              <a:rPr lang="de-DE" dirty="0">
                <a:solidFill>
                  <a:schemeClr val="bg1"/>
                </a:solidFill>
              </a:rPr>
              <a:t>Struktur</a:t>
            </a:r>
          </a:p>
        </p:txBody>
      </p:sp>
      <p:pic>
        <p:nvPicPr>
          <p:cNvPr id="7" name="Grafik 6" descr="Marke 1 mit einfarbiger Füllung">
            <a:extLst>
              <a:ext uri="{FF2B5EF4-FFF2-40B4-BE49-F238E27FC236}">
                <a16:creationId xmlns:a16="http://schemas.microsoft.com/office/drawing/2014/main" id="{CC7C1E33-65F4-174B-AC49-89A113A4425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133470" y="2222337"/>
            <a:ext cx="756000" cy="756000"/>
          </a:xfrm>
          <a:prstGeom prst="rect">
            <a:avLst/>
          </a:prstGeom>
        </p:spPr>
      </p:pic>
      <p:pic>
        <p:nvPicPr>
          <p:cNvPr id="8" name="Grafik 7" descr="Abzeichen mit einfarbiger Füllung">
            <a:extLst>
              <a:ext uri="{FF2B5EF4-FFF2-40B4-BE49-F238E27FC236}">
                <a16:creationId xmlns:a16="http://schemas.microsoft.com/office/drawing/2014/main" id="{A286960B-BE3D-FD41-AE43-FC5B7C14DD0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33470" y="3131986"/>
            <a:ext cx="756000" cy="756000"/>
          </a:xfrm>
          <a:prstGeom prst="rect">
            <a:avLst/>
          </a:prstGeom>
        </p:spPr>
      </p:pic>
      <p:pic>
        <p:nvPicPr>
          <p:cNvPr id="9" name="Grafik 8" descr="Marke 3 mit einfarbiger Füllung">
            <a:extLst>
              <a:ext uri="{FF2B5EF4-FFF2-40B4-BE49-F238E27FC236}">
                <a16:creationId xmlns:a16="http://schemas.microsoft.com/office/drawing/2014/main" id="{AF7E72EE-6F33-6F41-B1E9-683B38147CF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134824" y="4056698"/>
            <a:ext cx="756000" cy="756000"/>
          </a:xfrm>
          <a:prstGeom prst="rect">
            <a:avLst/>
          </a:prstGeom>
        </p:spPr>
      </p:pic>
      <p:pic>
        <p:nvPicPr>
          <p:cNvPr id="10" name="Grafik 9" descr="Marke 4 mit einfarbiger Füllung">
            <a:extLst>
              <a:ext uri="{FF2B5EF4-FFF2-40B4-BE49-F238E27FC236}">
                <a16:creationId xmlns:a16="http://schemas.microsoft.com/office/drawing/2014/main" id="{9D8AC642-721E-214C-BC5B-ABEB8EF5417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133470" y="4966347"/>
            <a:ext cx="756000" cy="756000"/>
          </a:xfrm>
          <a:prstGeom prst="rect">
            <a:avLst/>
          </a:prstGeom>
        </p:spPr>
      </p:pic>
      <p:sp>
        <p:nvSpPr>
          <p:cNvPr id="11" name="Rechteck 10">
            <a:extLst>
              <a:ext uri="{FF2B5EF4-FFF2-40B4-BE49-F238E27FC236}">
                <a16:creationId xmlns:a16="http://schemas.microsoft.com/office/drawing/2014/main" id="{4CB46FD8-87EE-B349-9D3F-04143F8594D6}"/>
              </a:ext>
            </a:extLst>
          </p:cNvPr>
          <p:cNvSpPr/>
          <p:nvPr/>
        </p:nvSpPr>
        <p:spPr>
          <a:xfrm>
            <a:off x="4088922" y="2348337"/>
            <a:ext cx="7444266" cy="504000"/>
          </a:xfrm>
          <a:prstGeom prst="rect">
            <a:avLst/>
          </a:prstGeom>
          <a:solidFill>
            <a:srgbClr val="85898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bIns="0" rtlCol="0" anchor="t"/>
          <a:lstStyle/>
          <a:p>
            <a:pPr marL="0" indent="0">
              <a:lnSpc>
                <a:spcPct val="150000"/>
              </a:lnSpc>
              <a:buFont typeface="Wingdings" panose="05000000000000000000" pitchFamily="2" charset="2"/>
              <a:buNone/>
            </a:pPr>
            <a:r>
              <a:rPr lang="de-DE" sz="2000" dirty="0">
                <a:solidFill>
                  <a:schemeClr val="bg1"/>
                </a:solidFill>
                <a:latin typeface="Arial" panose="020B0604020202020204" pitchFamily="34" charset="0"/>
                <a:cs typeface="Arial" panose="020B0604020202020204" pitchFamily="34" charset="0"/>
              </a:rPr>
              <a:t>Reproduktion des Testes</a:t>
            </a:r>
          </a:p>
        </p:txBody>
      </p:sp>
      <p:sp>
        <p:nvSpPr>
          <p:cNvPr id="12" name="Rechteck 11">
            <a:extLst>
              <a:ext uri="{FF2B5EF4-FFF2-40B4-BE49-F238E27FC236}">
                <a16:creationId xmlns:a16="http://schemas.microsoft.com/office/drawing/2014/main" id="{9108F9DF-D9E3-7C4E-85F1-81DB6D4D4FF3}"/>
              </a:ext>
            </a:extLst>
          </p:cNvPr>
          <p:cNvSpPr/>
          <p:nvPr/>
        </p:nvSpPr>
        <p:spPr>
          <a:xfrm>
            <a:off x="4088922" y="3259967"/>
            <a:ext cx="7444266" cy="504000"/>
          </a:xfrm>
          <a:prstGeom prst="rect">
            <a:avLst/>
          </a:prstGeom>
          <a:solidFill>
            <a:srgbClr val="85898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bIns="0" rtlCol="0" anchor="t"/>
          <a:lstStyle/>
          <a:p>
            <a:pPr>
              <a:lnSpc>
                <a:spcPct val="150000"/>
              </a:lnSpc>
            </a:pPr>
            <a:r>
              <a:rPr lang="de-DE" sz="2000" dirty="0">
                <a:solidFill>
                  <a:schemeClr val="bg1"/>
                </a:solidFill>
                <a:latin typeface="Arial" panose="020B0604020202020204" pitchFamily="34" charset="0"/>
                <a:cs typeface="Arial" panose="020B0604020202020204" pitchFamily="34" charset="0"/>
              </a:rPr>
              <a:t>Raumverteilung mit Sitzordnung</a:t>
            </a:r>
          </a:p>
        </p:txBody>
      </p:sp>
      <p:sp>
        <p:nvSpPr>
          <p:cNvPr id="13" name="Rechteck 12">
            <a:extLst>
              <a:ext uri="{FF2B5EF4-FFF2-40B4-BE49-F238E27FC236}">
                <a16:creationId xmlns:a16="http://schemas.microsoft.com/office/drawing/2014/main" id="{073EB79A-3FBD-0548-A91F-0C209FB779B9}"/>
              </a:ext>
            </a:extLst>
          </p:cNvPr>
          <p:cNvSpPr/>
          <p:nvPr/>
        </p:nvSpPr>
        <p:spPr>
          <a:xfrm>
            <a:off x="4088922" y="4179707"/>
            <a:ext cx="7444266" cy="504000"/>
          </a:xfrm>
          <a:prstGeom prst="rect">
            <a:avLst/>
          </a:prstGeom>
          <a:solidFill>
            <a:srgbClr val="85898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bIns="0" rtlCol="0" anchor="t"/>
          <a:lstStyle/>
          <a:p>
            <a:pPr marL="0" indent="0">
              <a:lnSpc>
                <a:spcPct val="150000"/>
              </a:lnSpc>
              <a:buFont typeface="Wingdings" panose="05000000000000000000" pitchFamily="2" charset="2"/>
              <a:buNone/>
            </a:pPr>
            <a:r>
              <a:rPr lang="de-DE" sz="2000" dirty="0">
                <a:solidFill>
                  <a:schemeClr val="bg1"/>
                </a:solidFill>
                <a:latin typeface="Arial" panose="020B0604020202020204" pitchFamily="34" charset="0"/>
                <a:cs typeface="Arial" panose="020B0604020202020204" pitchFamily="34" charset="0"/>
              </a:rPr>
              <a:t>Soft- und Hardware</a:t>
            </a:r>
          </a:p>
        </p:txBody>
      </p:sp>
      <p:sp>
        <p:nvSpPr>
          <p:cNvPr id="14" name="Rechteck 13">
            <a:extLst>
              <a:ext uri="{FF2B5EF4-FFF2-40B4-BE49-F238E27FC236}">
                <a16:creationId xmlns:a16="http://schemas.microsoft.com/office/drawing/2014/main" id="{97C36AC8-CBEF-F749-803F-A2A2756C25B4}"/>
              </a:ext>
            </a:extLst>
          </p:cNvPr>
          <p:cNvSpPr/>
          <p:nvPr/>
        </p:nvSpPr>
        <p:spPr>
          <a:xfrm>
            <a:off x="4088922" y="5099448"/>
            <a:ext cx="7444266" cy="504000"/>
          </a:xfrm>
          <a:prstGeom prst="rect">
            <a:avLst/>
          </a:prstGeom>
          <a:solidFill>
            <a:srgbClr val="85898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bIns="0" rtlCol="0" anchor="t"/>
          <a:lstStyle/>
          <a:p>
            <a:pPr marL="0" indent="0">
              <a:lnSpc>
                <a:spcPct val="150000"/>
              </a:lnSpc>
              <a:buFont typeface="Wingdings" panose="05000000000000000000" pitchFamily="2" charset="2"/>
              <a:buNone/>
            </a:pPr>
            <a:r>
              <a:rPr lang="de-DE" sz="2000" dirty="0">
                <a:solidFill>
                  <a:schemeClr val="bg1"/>
                </a:solidFill>
                <a:latin typeface="Arial" panose="020B0604020202020204" pitchFamily="34" charset="0"/>
                <a:cs typeface="Arial" panose="020B0604020202020204" pitchFamily="34" charset="0"/>
              </a:rPr>
              <a:t>Physikalische Vernetzung</a:t>
            </a:r>
          </a:p>
        </p:txBody>
      </p:sp>
      <p:pic>
        <p:nvPicPr>
          <p:cNvPr id="15" name="Bildplatzhalter 14">
            <a:extLst>
              <a:ext uri="{FF2B5EF4-FFF2-40B4-BE49-F238E27FC236}">
                <a16:creationId xmlns:a16="http://schemas.microsoft.com/office/drawing/2014/main" id="{41675F4F-D36C-6B44-AA68-DE3C03E379A0}"/>
              </a:ext>
            </a:extLst>
          </p:cNvPr>
          <p:cNvPicPr>
            <a:picLocks noGrp="1" noChangeAspect="1"/>
          </p:cNvPicPr>
          <p:nvPr>
            <p:ph type="pic" sz="quarter" idx="13"/>
          </p:nvPr>
        </p:nvPicPr>
        <p:blipFill rotWithShape="1">
          <a:blip r:embed="rId10">
            <a:extLst>
              <a:ext uri="{BEBA8EAE-BF5A-486C-A8C5-ECC9F3942E4B}">
                <a14:imgProps xmlns:a14="http://schemas.microsoft.com/office/drawing/2010/main">
                  <a14:imgLayer r:embed="rId11">
                    <a14:imgEffect>
                      <a14:backgroundRemoval t="1498" b="93071" l="9719" r="92072">
                        <a14:foregroundMark x1="91816" y1="34831" x2="91816" y2="34831"/>
                        <a14:foregroundMark x1="71611" y1="31086" x2="71611" y2="31086"/>
                        <a14:foregroundMark x1="80051" y1="29775" x2="80051" y2="29775"/>
                        <a14:foregroundMark x1="87212" y1="28839" x2="87212" y2="28839"/>
                        <a14:foregroundMark x1="90793" y1="27903" x2="90793" y2="27903"/>
                        <a14:foregroundMark x1="92583" y1="27528" x2="92583" y2="27528"/>
                        <a14:foregroundMark x1="90793" y1="27154" x2="90793" y2="27154"/>
                        <a14:foregroundMark x1="84910" y1="28090" x2="84910" y2="28090"/>
                        <a14:foregroundMark x1="87212" y1="28090" x2="87212" y2="28090"/>
                        <a14:foregroundMark x1="85422" y1="28277" x2="88235" y2="28277"/>
                        <a14:foregroundMark x1="84143" y1="28277" x2="81586" y2="28839"/>
                        <a14:foregroundMark x1="85166" y1="28652" x2="90026" y2="27903"/>
                        <a14:foregroundMark x1="82097" y1="28839" x2="90281" y2="27528"/>
                        <a14:foregroundMark x1="42967" y1="5243" x2="42967" y2="5243"/>
                        <a14:foregroundMark x1="38875" y1="3745" x2="38875" y2="3745"/>
                        <a14:foregroundMark x1="45269" y1="2809" x2="45269" y2="2809"/>
                        <a14:foregroundMark x1="46292" y1="2247" x2="46292" y2="2247"/>
                        <a14:foregroundMark x1="43478" y1="2434" x2="43478" y2="2434"/>
                        <a14:foregroundMark x1="42455" y1="2434" x2="42455" y2="2434"/>
                        <a14:foregroundMark x1="45013" y1="1873" x2="45013" y2="1873"/>
                        <a14:foregroundMark x1="46292" y1="1685" x2="46292" y2="1685"/>
                        <a14:foregroundMark x1="41176" y1="89888" x2="41176" y2="89888"/>
                        <a14:foregroundMark x1="41176" y1="93071" x2="41176" y2="93071"/>
                        <a14:backgroundMark x1="90704" y1="27019" x2="94118" y2="26592"/>
                        <a14:backgroundMark x1="79284" y1="27903" x2="80616" y2="27931"/>
                        <a14:backgroundMark x1="49616" y1="94195" x2="49616" y2="94195"/>
                        <a14:backgroundMark x1="50639" y1="92884" x2="50639" y2="92884"/>
                        <a14:backgroundMark x1="50895" y1="91760" x2="50895" y2="91760"/>
                        <a14:backgroundMark x1="50384" y1="90449" x2="50384" y2="90449"/>
                        <a14:backgroundMark x1="48338" y1="89700" x2="48338" y2="89700"/>
                        <a14:backgroundMark x1="29923" y1="92135" x2="31202" y2="92697"/>
                        <a14:backgroundMark x1="31458" y1="92322" x2="31969" y2="92697"/>
                        <a14:backgroundMark x1="34015" y1="94569" x2="36061" y2="94569"/>
                        <a14:backgroundMark x1="63683" y1="91948" x2="63683" y2="91760"/>
                      </a14:backgroundRemoval>
                    </a14:imgEffect>
                  </a14:imgLayer>
                </a14:imgProps>
              </a:ext>
            </a:extLst>
          </a:blip>
          <a:srcRect t="-12097" b="-12097"/>
          <a:stretch/>
        </p:blipFill>
        <p:spPr/>
      </p:pic>
    </p:spTree>
    <p:extLst>
      <p:ext uri="{BB962C8B-B14F-4D97-AF65-F5344CB8AC3E}">
        <p14:creationId xmlns:p14="http://schemas.microsoft.com/office/powerpoint/2010/main" val="35131785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par>
                                <p:cTn id="17" presetID="10"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FB204AE-B964-C947-908B-1797F88464C7}"/>
              </a:ext>
            </a:extLst>
          </p:cNvPr>
          <p:cNvSpPr>
            <a:spLocks noGrp="1"/>
          </p:cNvSpPr>
          <p:nvPr>
            <p:ph type="title"/>
          </p:nvPr>
        </p:nvSpPr>
        <p:spPr/>
        <p:txBody>
          <a:bodyPr/>
          <a:lstStyle/>
          <a:p>
            <a:pPr marL="742950" indent="-742950">
              <a:buFont typeface="+mj-lt"/>
              <a:buAutoNum type="arabicPeriod" startAt="4"/>
            </a:pPr>
            <a:r>
              <a:rPr lang="de-DE" dirty="0"/>
              <a:t>Physikalische Vernetzung</a:t>
            </a:r>
          </a:p>
        </p:txBody>
      </p:sp>
      <p:pic>
        <p:nvPicPr>
          <p:cNvPr id="6" name="Bildplatzhalter 5">
            <a:extLst>
              <a:ext uri="{FF2B5EF4-FFF2-40B4-BE49-F238E27FC236}">
                <a16:creationId xmlns:a16="http://schemas.microsoft.com/office/drawing/2014/main" id="{536C8221-D8A2-4645-A3AD-71E43E0DC90B}"/>
              </a:ext>
            </a:extLst>
          </p:cNvPr>
          <p:cNvPicPr>
            <a:picLocks noGrp="1" noChangeAspect="1"/>
          </p:cNvPicPr>
          <p:nvPr>
            <p:ph type="pic" sz="quarter" idx="13"/>
          </p:nvPr>
        </p:nvPicPr>
        <p:blipFill rotWithShape="1">
          <a:blip r:embed="rId2">
            <a:extLst>
              <a:ext uri="{BEBA8EAE-BF5A-486C-A8C5-ECC9F3942E4B}">
                <a14:imgProps xmlns:a14="http://schemas.microsoft.com/office/drawing/2010/main">
                  <a14:imgLayer r:embed="rId3">
                    <a14:imgEffect>
                      <a14:backgroundRemoval t="2078" b="99861" l="2204" r="96970">
                        <a14:foregroundMark x1="7576" y1="18144" x2="6612" y2="18283"/>
                        <a14:foregroundMark x1="2204" y1="22992" x2="2204" y2="23823"/>
                        <a14:foregroundMark x1="12948" y1="28116" x2="14325" y2="28670"/>
                        <a14:foregroundMark x1="13085" y1="22853" x2="13085" y2="22853"/>
                        <a14:foregroundMark x1="49862" y1="16343" x2="49862" y2="16343"/>
                        <a14:foregroundMark x1="50275" y1="9695" x2="50275" y2="9695"/>
                        <a14:foregroundMark x1="49862" y1="5956" x2="49862" y2="5956"/>
                        <a14:foregroundMark x1="49725" y1="2770" x2="49725" y2="2770"/>
                        <a14:foregroundMark x1="50964" y1="2078" x2="50964" y2="2078"/>
                        <a14:foregroundMark x1="91185" y1="40166" x2="91185" y2="40166"/>
                        <a14:foregroundMark x1="97245" y1="45845" x2="97245" y2="45845"/>
                        <a14:foregroundMark x1="87466" y1="47091" x2="87466" y2="47091"/>
                        <a14:foregroundMark x1="87466" y1="54986" x2="87466" y2="54986"/>
                        <a14:foregroundMark x1="51240" y1="89058" x2="51240" y2="89058"/>
                        <a14:foregroundMark x1="49862" y1="83934" x2="49862" y2="83934"/>
                        <a14:foregroundMark x1="52066" y1="92105" x2="52066" y2="92105"/>
                        <a14:foregroundMark x1="59504" y1="93767" x2="58678" y2="94321"/>
                        <a14:foregroundMark x1="47245" y1="97507" x2="49862" y2="97784"/>
                        <a14:foregroundMark x1="2342" y1="67452" x2="2342" y2="67452"/>
                        <a14:foregroundMark x1="15289" y1="67036" x2="15289" y2="67036"/>
                        <a14:foregroundMark x1="15289" y1="73269" x2="15289" y2="73269"/>
                        <a14:foregroundMark x1="52204" y1="99861" x2="51653" y2="99861"/>
                        <a14:foregroundMark x1="51377" y1="99723" x2="48623" y2="99861"/>
                        <a14:foregroundMark x1="52755" y1="99446" x2="51653" y2="99861"/>
                        <a14:foregroundMark x1="11570" y1="28809" x2="13223" y2="28670"/>
                        <a14:foregroundMark x1="9229" y1="31025" x2="12672" y2="31025"/>
                        <a14:foregroundMark x1="9229" y1="30055" x2="11157" y2="30332"/>
                        <a14:foregroundMark x1="13499" y1="66759" x2="15978" y2="66620"/>
                        <a14:foregroundMark x1="46419" y1="17867" x2="48623" y2="17867"/>
                        <a14:foregroundMark x1="83884" y1="53878" x2="86226" y2="54432"/>
                        <a14:foregroundMark x1="48623" y1="48061" x2="49862" y2="48061"/>
                        <a14:foregroundMark x1="49587" y1="41828" x2="50138" y2="41967"/>
                        <a14:backgroundMark x1="7300" y1="22992" x2="7300" y2="25623"/>
                        <a14:backgroundMark x1="42837" y1="12465" x2="42975" y2="13712"/>
                        <a14:backgroundMark x1="50689" y1="13989" x2="50689" y2="13989"/>
                        <a14:backgroundMark x1="90083" y1="49584" x2="90083" y2="49584"/>
                        <a14:backgroundMark x1="87603" y1="51385" x2="87603" y2="51385"/>
                        <a14:backgroundMark x1="18595" y1="68837" x2="18595" y2="68837"/>
                        <a14:backgroundMark x1="46006" y1="81440" x2="46006" y2="81440"/>
                      </a14:backgroundRemoval>
                    </a14:imgEffect>
                  </a14:imgLayer>
                </a14:imgProps>
              </a:ext>
            </a:extLst>
          </a:blip>
          <a:srcRect t="-35278" b="-35278"/>
          <a:stretch/>
        </p:blipFill>
        <p:spPr/>
      </p:pic>
      <p:pic>
        <p:nvPicPr>
          <p:cNvPr id="14" name="Bildplatzhalter 13">
            <a:extLst>
              <a:ext uri="{FF2B5EF4-FFF2-40B4-BE49-F238E27FC236}">
                <a16:creationId xmlns:a16="http://schemas.microsoft.com/office/drawing/2014/main" id="{9ED6B380-62D1-C14E-B2FF-F1D6B0CD240F}"/>
              </a:ext>
            </a:extLst>
          </p:cNvPr>
          <p:cNvPicPr>
            <a:picLocks noGrp="1" noChangeAspect="1"/>
          </p:cNvPicPr>
          <p:nvPr>
            <p:ph type="pic" sz="quarter" idx="14"/>
          </p:nvPr>
        </p:nvPicPr>
        <p:blipFill rotWithShape="1">
          <a:blip r:embed="rId4"/>
          <a:srcRect l="-18257" r="-18257"/>
          <a:stretch/>
        </p:blipFill>
        <p:spPr/>
      </p:pic>
    </p:spTree>
    <p:extLst>
      <p:ext uri="{BB962C8B-B14F-4D97-AF65-F5344CB8AC3E}">
        <p14:creationId xmlns:p14="http://schemas.microsoft.com/office/powerpoint/2010/main" val="22299603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2D36CC2-0678-2C41-9F22-93FF6D8687BA}"/>
              </a:ext>
            </a:extLst>
          </p:cNvPr>
          <p:cNvSpPr>
            <a:spLocks noGrp="1"/>
          </p:cNvSpPr>
          <p:nvPr>
            <p:ph type="title"/>
          </p:nvPr>
        </p:nvSpPr>
        <p:spPr/>
        <p:txBody>
          <a:bodyPr/>
          <a:lstStyle/>
          <a:p>
            <a:r>
              <a:rPr lang="de-DE" dirty="0"/>
              <a:t>Ergänzung</a:t>
            </a:r>
          </a:p>
        </p:txBody>
      </p:sp>
      <p:pic>
        <p:nvPicPr>
          <p:cNvPr id="6" name="Bildplatzhalter 5">
            <a:extLst>
              <a:ext uri="{FF2B5EF4-FFF2-40B4-BE49-F238E27FC236}">
                <a16:creationId xmlns:a16="http://schemas.microsoft.com/office/drawing/2014/main" id="{F2C1A695-DFF4-964A-A442-1C55730DB806}"/>
              </a:ext>
            </a:extLst>
          </p:cNvPr>
          <p:cNvPicPr>
            <a:picLocks noGrp="1" noChangeAspect="1"/>
          </p:cNvPicPr>
          <p:nvPr>
            <p:ph type="pic" sz="quarter" idx="13"/>
          </p:nvPr>
        </p:nvPicPr>
        <p:blipFill rotWithShape="1">
          <a:blip r:embed="rId2">
            <a:extLst>
              <a:ext uri="{BEBA8EAE-BF5A-486C-A8C5-ECC9F3942E4B}">
                <a14:imgProps xmlns:a14="http://schemas.microsoft.com/office/drawing/2010/main">
                  <a14:imgLayer r:embed="rId3">
                    <a14:imgEffect>
                      <a14:backgroundRemoval t="4110" b="89498" l="3879" r="95690">
                        <a14:foregroundMark x1="78879" y1="67123" x2="75862" y2="70776"/>
                        <a14:foregroundMark x1="90948" y1="68493" x2="92672" y2="70776"/>
                        <a14:foregroundMark x1="95690" y1="76712" x2="95690" y2="76712"/>
                        <a14:foregroundMark x1="94828" y1="78995" x2="94828" y2="78995"/>
                        <a14:foregroundMark x1="94828" y1="82192" x2="94828" y2="82192"/>
                        <a14:foregroundMark x1="92672" y1="83562" x2="92672" y2="83562"/>
                        <a14:foregroundMark x1="85345" y1="89498" x2="85345" y2="89498"/>
                        <a14:foregroundMark x1="80172" y1="89498" x2="80172" y2="89498"/>
                        <a14:foregroundMark x1="76293" y1="87215" x2="76293" y2="87215"/>
                        <a14:foregroundMark x1="78017" y1="84475" x2="78017" y2="84475"/>
                        <a14:foregroundMark x1="78017" y1="82648" x2="78017" y2="82648"/>
                        <a14:foregroundMark x1="55172" y1="68950" x2="55172" y2="68950"/>
                        <a14:foregroundMark x1="53017" y1="51598" x2="50000" y2="69863"/>
                        <a14:foregroundMark x1="4310" y1="77626" x2="4310" y2="77626"/>
                        <a14:foregroundMark x1="49138" y1="4110" x2="49138" y2="4110"/>
                        <a14:foregroundMark x1="71552" y1="71689" x2="71552" y2="71689"/>
                      </a14:backgroundRemoval>
                    </a14:imgEffect>
                  </a14:imgLayer>
                </a14:imgProps>
              </a:ext>
            </a:extLst>
          </a:blip>
          <a:srcRect t="-39842" b="-39842"/>
          <a:stretch/>
        </p:blipFill>
        <p:spPr/>
      </p:pic>
      <p:sp>
        <p:nvSpPr>
          <p:cNvPr id="5" name="Textplatzhalter 4">
            <a:extLst>
              <a:ext uri="{FF2B5EF4-FFF2-40B4-BE49-F238E27FC236}">
                <a16:creationId xmlns:a16="http://schemas.microsoft.com/office/drawing/2014/main" id="{B7C203D9-B4F2-8440-8A48-4B5D1D2672E9}"/>
              </a:ext>
            </a:extLst>
          </p:cNvPr>
          <p:cNvSpPr>
            <a:spLocks noGrp="1"/>
          </p:cNvSpPr>
          <p:nvPr>
            <p:ph type="body" sz="quarter" idx="14"/>
          </p:nvPr>
        </p:nvSpPr>
        <p:spPr/>
        <p:txBody>
          <a:bodyPr/>
          <a:lstStyle/>
          <a:p>
            <a:r>
              <a:rPr lang="de-DE" dirty="0"/>
              <a:t> Verkabelung </a:t>
            </a:r>
          </a:p>
          <a:p>
            <a:r>
              <a:rPr lang="de-DE" dirty="0"/>
              <a:t> Management</a:t>
            </a:r>
          </a:p>
          <a:p>
            <a:r>
              <a:rPr lang="de-DE" dirty="0"/>
              <a:t> Begründungen  </a:t>
            </a:r>
          </a:p>
        </p:txBody>
      </p:sp>
    </p:spTree>
    <p:extLst>
      <p:ext uri="{BB962C8B-B14F-4D97-AF65-F5344CB8AC3E}">
        <p14:creationId xmlns:p14="http://schemas.microsoft.com/office/powerpoint/2010/main" val="2649711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179BD56-27EA-FC4D-AECF-2546343AD637}"/>
              </a:ext>
            </a:extLst>
          </p:cNvPr>
          <p:cNvSpPr>
            <a:spLocks noGrp="1"/>
          </p:cNvSpPr>
          <p:nvPr>
            <p:ph type="title"/>
          </p:nvPr>
        </p:nvSpPr>
        <p:spPr/>
        <p:txBody>
          <a:bodyPr/>
          <a:lstStyle/>
          <a:p>
            <a:r>
              <a:rPr lang="de-DE" dirty="0"/>
              <a:t>Schluss</a:t>
            </a:r>
          </a:p>
        </p:txBody>
      </p:sp>
      <p:pic>
        <p:nvPicPr>
          <p:cNvPr id="8" name="Bildplatzhalter 7" descr="Ein Bild, das Licht enthält.&#10;&#10;Automatisch generierte Beschreibung">
            <a:extLst>
              <a:ext uri="{FF2B5EF4-FFF2-40B4-BE49-F238E27FC236}">
                <a16:creationId xmlns:a16="http://schemas.microsoft.com/office/drawing/2014/main" id="{CFBF76C4-6F98-E14A-A709-BAD2643A9FE8}"/>
              </a:ext>
            </a:extLst>
          </p:cNvPr>
          <p:cNvPicPr>
            <a:picLocks noGrp="1" noChangeAspect="1"/>
          </p:cNvPicPr>
          <p:nvPr>
            <p:ph type="pic" sz="quarter" idx="13"/>
          </p:nvPr>
        </p:nvPicPr>
        <p:blipFill>
          <a:blip r:embed="rId2"/>
          <a:srcRect l="5714" r="5714"/>
          <a:stretch>
            <a:fillRect/>
          </a:stretch>
        </p:blipFill>
        <p:spPr/>
      </p:pic>
      <p:sp>
        <p:nvSpPr>
          <p:cNvPr id="6" name="Textplatzhalter 5">
            <a:extLst>
              <a:ext uri="{FF2B5EF4-FFF2-40B4-BE49-F238E27FC236}">
                <a16:creationId xmlns:a16="http://schemas.microsoft.com/office/drawing/2014/main" id="{895B910B-03FA-3D4B-8168-16F1E1AB1E87}"/>
              </a:ext>
            </a:extLst>
          </p:cNvPr>
          <p:cNvSpPr>
            <a:spLocks noGrp="1"/>
          </p:cNvSpPr>
          <p:nvPr>
            <p:ph type="body" sz="quarter" idx="14"/>
          </p:nvPr>
        </p:nvSpPr>
        <p:spPr/>
        <p:txBody>
          <a:bodyPr/>
          <a:lstStyle/>
          <a:p>
            <a:r>
              <a:rPr lang="de-DE" dirty="0"/>
              <a:t> Danke für Eure Aufmerksamkeit!</a:t>
            </a:r>
          </a:p>
          <a:p>
            <a:r>
              <a:rPr lang="de-DE" dirty="0"/>
              <a:t> Habt ihr Fragen?</a:t>
            </a:r>
          </a:p>
        </p:txBody>
      </p:sp>
    </p:spTree>
    <p:extLst>
      <p:ext uri="{BB962C8B-B14F-4D97-AF65-F5344CB8AC3E}">
        <p14:creationId xmlns:p14="http://schemas.microsoft.com/office/powerpoint/2010/main" val="4274325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212</Words>
  <Application>Microsoft Office PowerPoint</Application>
  <PresentationFormat>Breitbild</PresentationFormat>
  <Paragraphs>44</Paragraphs>
  <Slides>11</Slides>
  <Notes>0</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11</vt:i4>
      </vt:variant>
    </vt:vector>
  </HeadingPairs>
  <TitlesOfParts>
    <vt:vector size="17" baseType="lpstr">
      <vt:lpstr>Arial</vt:lpstr>
      <vt:lpstr>Calibri</vt:lpstr>
      <vt:lpstr>Calibri Light</vt:lpstr>
      <vt:lpstr>Systemschrift Normal</vt:lpstr>
      <vt:lpstr>Wingdings</vt:lpstr>
      <vt:lpstr>Office</vt:lpstr>
      <vt:lpstr>Strotzbotz GmbH</vt:lpstr>
      <vt:lpstr>Struktur</vt:lpstr>
      <vt:lpstr>Rekapitulation des Textes</vt:lpstr>
      <vt:lpstr>Struktur</vt:lpstr>
      <vt:lpstr>Raumverteilung mit Sitzordnung</vt:lpstr>
      <vt:lpstr>Struktur</vt:lpstr>
      <vt:lpstr>Soft- und Hardware</vt:lpstr>
      <vt:lpstr>Struktur</vt:lpstr>
      <vt:lpstr>Physikalische Vernetzung</vt:lpstr>
      <vt:lpstr>Ergänzung</vt:lpstr>
      <vt:lpstr>Schluss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Strotzbotz GmbH</dc:title>
  <dc:creator>GOE11 Mardinli Munir</dc:creator>
  <cp:lastModifiedBy>INFP-Vulpes</cp:lastModifiedBy>
  <cp:revision>19</cp:revision>
  <dcterms:created xsi:type="dcterms:W3CDTF">2021-12-18T13:21:10Z</dcterms:created>
  <dcterms:modified xsi:type="dcterms:W3CDTF">2021-12-20T13:02:28Z</dcterms:modified>
</cp:coreProperties>
</file>